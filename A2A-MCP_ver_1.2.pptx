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94.xml" ContentType="application/vnd.openxmlformats-officedocument.presentationml.notesSlide+xml"/>
  <Override PartName="/ppt/slides/slide176.xml" ContentType="application/vnd.openxmlformats-officedocument.presentationml.slide+xml"/>
  <Override PartName="/ppt/slides/slide173.xml" ContentType="application/vnd.openxmlformats-officedocument.presentationml.slide+xml"/>
  <Override PartName="/ppt/notesSlides/notesSlide18.xml" ContentType="application/vnd.openxmlformats-officedocument.presentationml.notesSlide+xml"/>
  <Override PartName="/ppt/slides/slide160.xml" ContentType="application/vnd.openxmlformats-officedocument.presentationml.slide+xml"/>
  <Override PartName="/ppt/slides/slide144.xml" ContentType="application/vnd.openxmlformats-officedocument.presentationml.slide+xml"/>
  <Override PartName="/ppt/notesSlides/notesSlide135.xml" ContentType="application/vnd.openxmlformats-officedocument.presentationml.notesSlide+xml"/>
  <Override PartName="/ppt/slides/slide170.xml" ContentType="application/vnd.openxmlformats-officedocument.presentationml.slide+xml"/>
  <Override PartName="/ppt/slides/slide158.xml" ContentType="application/vnd.openxmlformats-officedocument.presentationml.slide+xml"/>
  <Override PartName="/ppt/slides/slide72.xml" ContentType="application/vnd.openxmlformats-officedocument.presentationml.slide+xml"/>
  <Override PartName="/ppt/slides/slide139.xml" ContentType="application/vnd.openxmlformats-officedocument.presentationml.slide+xml"/>
  <Override PartName="/ppt/slides/slide150.xml" ContentType="application/vnd.openxmlformats-officedocument.presentationml.slide+xml"/>
  <Override PartName="/ppt/slides/slide148.xml" ContentType="application/vnd.openxmlformats-officedocument.presentationml.slide+xml"/>
  <Override PartName="/ppt/notesSlides/notesSlide115.xml" ContentType="application/vnd.openxmlformats-officedocument.presentationml.notesSlide+xml"/>
  <Override PartName="/ppt/notesMasters/notesMaster1.xml" ContentType="application/vnd.openxmlformats-officedocument.presentationml.notesMaster+xml"/>
  <Override PartName="/ppt/slides/slide146.xml" ContentType="application/vnd.openxmlformats-officedocument.presentationml.slide+xml"/>
  <Override PartName="/ppt/slides/slide145.xml" ContentType="application/vnd.openxmlformats-officedocument.presentationml.slide+xml"/>
  <Override PartName="/ppt/slides/slide47.xml" ContentType="application/vnd.openxmlformats-officedocument.presentationml.slide+xml"/>
  <Override PartName="/ppt/slides/slide169.xml" ContentType="application/vnd.openxmlformats-officedocument.presentationml.slide+xml"/>
  <Override PartName="/ppt/slides/slide142.xml" ContentType="application/vnd.openxmlformats-officedocument.presentationml.slide+xml"/>
  <Override PartName="/ppt/slides/slide140.xml" ContentType="application/vnd.openxmlformats-officedocument.presentationml.slide+xml"/>
  <Override PartName="/ppt/slides/slide137.xml" ContentType="application/vnd.openxmlformats-officedocument.presentationml.slide+xml"/>
  <Override PartName="/ppt/slides/slide136.xml" ContentType="application/vnd.openxmlformats-officedocument.presentationml.slide+xml"/>
  <Override PartName="/ppt/slides/slide133.xml" ContentType="application/vnd.openxmlformats-officedocument.presentationml.slide+xml"/>
  <Override PartName="/ppt/slides/slide107.xml" ContentType="application/vnd.openxmlformats-officedocument.presentationml.slide+xml"/>
  <Override PartName="/ppt/slides/slide131.xml" ContentType="application/vnd.openxmlformats-officedocument.presentationml.slide+xml"/>
  <Override PartName="/ppt/slides/slide152.xml" ContentType="application/vnd.openxmlformats-officedocument.presentationml.slide+xml"/>
  <Override PartName="/ppt/notesSlides/notesSlide119.xml" ContentType="application/vnd.openxmlformats-officedocument.presentationml.notesSlide+xml"/>
  <Override PartName="/ppt/slides/slide126.xml" ContentType="application/vnd.openxmlformats-officedocument.presentationml.slide+xml"/>
  <Override PartName="/ppt/notesSlides/notesSlide144.xml" ContentType="application/vnd.openxmlformats-officedocument.presentationml.notesSlide+xml"/>
  <Override PartName="/ppt/notesSlides/notesSlide166.xml" ContentType="application/vnd.openxmlformats-officedocument.presentationml.notesSlide+xml"/>
  <Override PartName="/ppt/slides/slide119.xml" ContentType="application/vnd.openxmlformats-officedocument.presentationml.slide+xml"/>
  <Override PartName="/ppt/slides/slide118.xml" ContentType="application/vnd.openxmlformats-officedocument.presentationml.slide+xml"/>
  <Override PartName="/ppt/slides/slide42.xml" ContentType="application/vnd.openxmlformats-officedocument.presentationml.slide+xml"/>
  <Override PartName="/ppt/slides/slide116.xml" ContentType="application/vnd.openxmlformats-officedocument.presentationml.slide+xml"/>
  <Override PartName="/ppt/slides/slide59.xml" ContentType="application/vnd.openxmlformats-officedocument.presentationml.slide+xml"/>
  <Override PartName="/ppt/slides/slide114.xml" ContentType="application/vnd.openxmlformats-officedocument.presentationml.slide+xml"/>
  <Override PartName="/ppt/notesSlides/notesSlide22.xml" ContentType="application/vnd.openxmlformats-officedocument.presentationml.notesSlide+xml"/>
  <Override PartName="/ppt/slides/slide132.xml" ContentType="application/vnd.openxmlformats-officedocument.presentationml.slide+xml"/>
  <Override PartName="/ppt/slides/slide106.xml" ContentType="application/vnd.openxmlformats-officedocument.presentationml.slide+xml"/>
  <Override PartName="/ppt/notesSlides/notesSlide52.xml" ContentType="application/vnd.openxmlformats-officedocument.presentationml.notesSlide+xml"/>
  <Override PartName="/ppt/notesSlides/notesSlide68.xml" ContentType="application/vnd.openxmlformats-officedocument.presentationml.notesSlide+xml"/>
  <Override PartName="/ppt/slides/slide105.xml" ContentType="application/vnd.openxmlformats-officedocument.presentationml.slide+xml"/>
  <Override PartName="/ppt/slides/slide49.xml" ContentType="application/vnd.openxmlformats-officedocument.presentationml.slide+xml"/>
  <Override PartName="/ppt/slides/slide102.xml" ContentType="application/vnd.openxmlformats-officedocument.presentationml.slide+xml"/>
  <Override PartName="/ppt/slides/slide98.xml" ContentType="application/vnd.openxmlformats-officedocument.presentationml.slide+xml"/>
  <Override PartName="/ppt/slides/slide19.xml" ContentType="application/vnd.openxmlformats-officedocument.presentationml.slide+xml"/>
  <Override PartName="/ppt/slides/slide70.xml" ContentType="application/vnd.openxmlformats-officedocument.presentationml.slide+xml"/>
  <Override PartName="/ppt/notesSlides/notesSlide20.xml" ContentType="application/vnd.openxmlformats-officedocument.presentationml.notesSlide+xml"/>
  <Override PartName="/ppt/notesSlides/notesSlide38.xml" ContentType="application/vnd.openxmlformats-officedocument.presentationml.notesSlide+xml"/>
  <Override PartName="/ppt/slides/slide1.xml" ContentType="application/vnd.openxmlformats-officedocument.presentationml.slide+xml"/>
  <Override PartName="/ppt/notesSlides/notesSlide192.xml" ContentType="application/vnd.openxmlformats-officedocument.presentationml.notesSlide+xml"/>
  <Override PartName="/ppt/slides/slide94.xml" ContentType="application/vnd.openxmlformats-officedocument.presentationml.slide+xml"/>
  <Override PartName="/ppt/notesSlides/notesSlide58.xml" ContentType="application/vnd.openxmlformats-officedocument.presentationml.notesSlide+xml"/>
  <Override PartName="/ppt/slides/slide93.xml" ContentType="application/vnd.openxmlformats-officedocument.presentationml.slide+xml"/>
  <Override PartName="/ppt/notesSlides/notesSlide162.xml" ContentType="application/vnd.openxmlformats-officedocument.presentationml.notesSlide+xml"/>
  <Override PartName="/ppt/slides/slide111.xml" ContentType="application/vnd.openxmlformats-officedocument.presentationml.slide+xml"/>
  <Override PartName="/ppt/notesSlides/notesSlide7.xml" ContentType="application/vnd.openxmlformats-officedocument.presentationml.notesSlide+xml"/>
  <Override PartName="/ppt/slides/slide87.xml" ContentType="application/vnd.openxmlformats-officedocument.presentationml.slide+xml"/>
  <Override PartName="/ppt/slides/slide167.xml" ContentType="application/vnd.openxmlformats-officedocument.presentationml.slide+xml"/>
  <Override PartName="/ppt/slides/slide174.xml" ContentType="application/vnd.openxmlformats-officedocument.presentationml.slide+xml"/>
  <Override PartName="/ppt/slides/slide156.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notesSlides/notesSlide99.xml" ContentType="application/vnd.openxmlformats-officedocument.presentationml.notesSlide+xml"/>
  <Override PartName="/ppt/slides/slide39.xml" ContentType="application/vnd.openxmlformats-officedocument.presentationml.slide+xml"/>
  <Override PartName="/ppt/slides/slide80.xml" ContentType="application/vnd.openxmlformats-officedocument.presentationml.slide+xml"/>
  <Override PartName="/ppt/slides/slide77.xml" ContentType="application/vnd.openxmlformats-officedocument.presentationml.slide+xml"/>
  <Override PartName="/ppt/notesSlides/notesSlide141.xml" ContentType="application/vnd.openxmlformats-officedocument.presentationml.notesSlide+xml"/>
  <Override PartName="/ppt/slides/slide23.xml" ContentType="application/vnd.openxmlformats-officedocument.presentationml.slide+xml"/>
  <Override PartName="/ppt/slides/slide22.xml" ContentType="application/vnd.openxmlformats-officedocument.presentationml.slide+xml"/>
  <Override PartName="/ppt/notesSlides/notesSlide39.xml" ContentType="application/vnd.openxmlformats-officedocument.presentationml.notesSlide+xml"/>
  <Override PartName="/ppt/notesSlides/notesSlide165.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88.xml" ContentType="application/vnd.openxmlformats-officedocument.presentationml.notesSlide+xml"/>
  <Override PartName="/ppt/slides/slide100.xml" ContentType="application/vnd.openxmlformats-officedocument.presentationml.slide+xml"/>
  <Override PartName="/ppt/slides/slide16.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notesSlides/notesSlide125.xml" ContentType="application/vnd.openxmlformats-officedocument.presentationml.notesSlide+xml"/>
  <Override PartName="/ppt/slideLayouts/slideLayout7.xml" ContentType="application/vnd.openxmlformats-officedocument.presentationml.slideLayout+xml"/>
  <Override PartName="/ppt/slides/slide86.xml" ContentType="application/vnd.openxmlformats-officedocument.presentationml.slide+xml"/>
  <Override PartName="/ppt/slides/slide122.xml" ContentType="application/vnd.openxmlformats-officedocument.presentationml.slide+xml"/>
  <Override PartName="/ppt/slides/slide109.xml" ContentType="application/vnd.openxmlformats-officedocument.presentationml.slide+xml"/>
  <Override PartName="/ppt/notesSlides/notesSlide36.xml" ContentType="application/vnd.openxmlformats-officedocument.presentationml.notesSlide+xml"/>
  <Override PartName="/ppt/slides/slide96.xml" ContentType="application/vnd.openxmlformats-officedocument.presentationml.slide+xml"/>
  <Override PartName="/ppt/notesSlides/notesSlide98.xml" ContentType="application/vnd.openxmlformats-officedocument.presentationml.notesSlide+xml"/>
  <Override PartName="/ppt/slides/slide11.xml" ContentType="application/vnd.openxmlformats-officedocument.presentationml.slide+xml"/>
  <Override PartName="/ppt/notesSlides/notesSlide167.xml" ContentType="application/vnd.openxmlformats-officedocument.presentationml.notesSlide+xml"/>
  <Override PartName="/ppt/slides/slide38.xml" ContentType="application/vnd.openxmlformats-officedocument.presentationml.slide+xml"/>
  <Override PartName="/ppt/slides/slide28.xml" ContentType="application/vnd.openxmlformats-officedocument.presentationml.slide+xml"/>
  <Override PartName="/ppt/slides/slide161.xml" ContentType="application/vnd.openxmlformats-officedocument.presentationml.slide+xml"/>
  <Override PartName="/ppt/slides/slide97.xml" ContentType="application/vnd.openxmlformats-officedocument.presentationml.slide+xml"/>
  <Override PartName="/ppt/notesSlides/notesSlide13.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117.xml" ContentType="application/vnd.openxmlformats-officedocument.presentationml.slide+xml"/>
  <Override PartName="/ppt/slides/slide110.xml" ContentType="application/vnd.openxmlformats-officedocument.presentationml.slide+xml"/>
  <Override PartName="/ppt/slides/slide171.xml" ContentType="application/vnd.openxmlformats-officedocument.presentationml.slide+xml"/>
  <Override PartName="/ppt/slides/slide24.xml" ContentType="application/vnd.openxmlformats-officedocument.presentationml.slide+xml"/>
  <Override PartName="/ppt/slides/slide180.xml" ContentType="application/vnd.openxmlformats-officedocument.presentationml.slide+xml"/>
  <Override PartName="/ppt/notesSlides/notesSlide147.xml" ContentType="application/vnd.openxmlformats-officedocument.presentationml.notesSlide+xml"/>
  <Override PartName="/ppt/slides/slide10.xml" ContentType="application/vnd.openxmlformats-officedocument.presentationml.slide+xml"/>
  <Override PartName="/docProps/core.xml" ContentType="application/vnd.openxmlformats-package.core-properties+xml"/>
  <Override PartName="/ppt/slideLayouts/slideLayout8.xml" ContentType="application/vnd.openxmlformats-officedocument.presentationml.slideLayout+xml"/>
  <Override PartName="/ppt/slides/slide127.xml" ContentType="application/vnd.openxmlformats-officedocument.presentationml.slide+xml"/>
  <Override PartName="/ppt/slides/slide20.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73.xml" ContentType="application/vnd.openxmlformats-officedocument.presentationml.slide+xml"/>
  <Override PartName="/ppt/slides/slide32.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63.xml" ContentType="application/vnd.openxmlformats-officedocument.presentationml.slide+xml"/>
  <Override PartName="/ppt/slides/slide151.xml" ContentType="application/vnd.openxmlformats-officedocument.presentationml.slide+xml"/>
  <Override PartName="/ppt/notesSlides/notesSlide47.xml" ContentType="application/vnd.openxmlformats-officedocument.presentationml.notesSlide+xml"/>
  <Override PartName="/ppt/slides/slide90.xml" ContentType="application/vnd.openxmlformats-officedocument.presentationml.slide+xml"/>
  <Override PartName="/ppt/slides/slide58.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Layouts/slideLayout9.xml" ContentType="application/vnd.openxmlformats-officedocument.presentationml.slideLayout+xml"/>
  <Override PartName="/ppt/slides/slide164.xml" ContentType="application/vnd.openxmlformats-officedocument.presentationml.slide+xml"/>
  <Override PartName="/ppt/notesSlides/notesSlide161.xml" ContentType="application/vnd.openxmlformats-officedocument.presentationml.notesSlide+xml"/>
  <Override PartName="/ppt/notesSlides/notesSlide80.xml" ContentType="application/vnd.openxmlformats-officedocument.presentationml.notesSlide+xml"/>
  <Override PartName="/ppt/slides/slide153.xml" ContentType="application/vnd.openxmlformats-officedocument.presentationml.slide+xml"/>
  <Override PartName="/ppt/slides/slide99.xml" ContentType="application/vnd.openxmlformats-officedocument.presentationml.slide+xml"/>
  <Override PartName="/ppt/notesSlides/notesSlide12.xml" ContentType="application/vnd.openxmlformats-officedocument.presentationml.notesSlide+xml"/>
  <Override PartName="/ppt/slideLayouts/slideLayout5.xml" ContentType="application/vnd.openxmlformats-officedocument.presentationml.slideLayout+xml"/>
  <Override PartName="/ppt/notesSlides/notesSlide158.xml" ContentType="application/vnd.openxmlformats-officedocument.presentationml.notesSlide+xml"/>
  <Override PartName="/ppt/slides/slide12.xml" ContentType="application/vnd.openxmlformats-officedocument.presentationml.slide+xml"/>
  <Override PartName="/ppt/notesSlides/notesSlide71.xml" ContentType="application/vnd.openxmlformats-officedocument.presentationml.notesSlide+xml"/>
  <Override PartName="/ppt/notesSlides/notesSlide152.xml" ContentType="application/vnd.openxmlformats-officedocument.presentationml.notesSlide+xml"/>
  <Override PartName="/ppt/slides/slide92.xml" ContentType="application/vnd.openxmlformats-officedocument.presentationml.slide+xml"/>
  <Override PartName="/ppt/slides/slide74.xml" ContentType="application/vnd.openxmlformats-officedocument.presentationml.slide+xml"/>
  <Override PartName="/ppt/slides/slide147.xml" ContentType="application/vnd.openxmlformats-officedocument.presentationml.slide+xml"/>
  <Override PartName="/ppt/slides/slide88.xml" ContentType="application/vnd.openxmlformats-officedocument.presentationml.slide+xml"/>
  <Override PartName="/ppt/notesSlides/notesSlide139.xml" ContentType="application/vnd.openxmlformats-officedocument.presentationml.notesSlide+xml"/>
  <Override PartName="/ppt/slides/slide3.xml" ContentType="application/vnd.openxmlformats-officedocument.presentationml.slide+xml"/>
  <Override PartName="/ppt/slides/slide56.xml" ContentType="application/vnd.openxmlformats-officedocument.presentationml.slide+xml"/>
  <Override PartName="/ppt/theme/theme1.xml" ContentType="application/vnd.openxmlformats-officedocument.theme+xml"/>
  <Override PartName="/ppt/notesSlides/notesSlide132.xml" ContentType="application/vnd.openxmlformats-officedocument.presentationml.notesSlide+xml"/>
  <Override PartName="/ppt/slides/slide8.xml" ContentType="application/vnd.openxmlformats-officedocument.presentationml.slide+xml"/>
  <Override PartName="/ppt/slides/slide125.xml" ContentType="application/vnd.openxmlformats-officedocument.presentationml.slide+xml"/>
  <Override PartName="/ppt/notesSlides/notesSlide74.xml" ContentType="application/vnd.openxmlformats-officedocument.presentationml.notesSlide+xml"/>
  <Override PartName="/ppt/slides/slide91.xml" ContentType="application/vnd.openxmlformats-officedocument.presentationml.slide+xml"/>
  <Override PartName="/ppt/slides/slide104.xml" ContentType="application/vnd.openxmlformats-officedocument.presentationml.slide+xml"/>
  <Override PartName="/ppt/slides/slide130.xml" ContentType="application/vnd.openxmlformats-officedocument.presentationml.slide+xml"/>
  <Override PartName="/ppt/notesSlides/notesSlide89.xml" ContentType="application/vnd.openxmlformats-officedocument.presentationml.notesSlide+xml"/>
  <Override PartName="/ppt/slides/slide84.xml" ContentType="application/vnd.openxmlformats-officedocument.presentationml.slide+xml"/>
  <Override PartName="/ppt/slides/slide13.xml" ContentType="application/vnd.openxmlformats-officedocument.presentationml.slide+xml"/>
  <Override PartName="/ppt/slides/slide61.xml" ContentType="application/vnd.openxmlformats-officedocument.presentationml.slide+xml"/>
  <Override PartName="/ppt/slides/slide177.xml" ContentType="application/vnd.openxmlformats-officedocument.presentationml.slide+xml"/>
  <Override PartName="/ppt/slides/slide172.xml" ContentType="application/vnd.openxmlformats-officedocument.presentationml.slide+xml"/>
  <Override PartName="/ppt/slides/slide67.xml" ContentType="application/vnd.openxmlformats-officedocument.presentationml.slide+xml"/>
  <Override PartName="/ppt/slides/slide101.xml" ContentType="application/vnd.openxmlformats-officedocument.presentationml.slide+xml"/>
  <Override PartName="/ppt/notesSlides/notesSlide75.xml" ContentType="application/vnd.openxmlformats-officedocument.presentationml.notesSlide+xml"/>
  <Override PartName="/ppt/slideLayouts/slideLayout1.xml" ContentType="application/vnd.openxmlformats-officedocument.presentationml.slideLayout+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slides/slide115.xml" ContentType="application/vnd.openxmlformats-officedocument.presentationml.slide+xml"/>
  <Override PartName="/ppt/slides/slide65.xml" ContentType="application/vnd.openxmlformats-officedocument.presentationml.slide+xml"/>
  <Override PartName="/ppt/theme/theme2.xml" ContentType="application/vnd.openxmlformats-officedocument.theme+xml"/>
  <Override PartName="/ppt/slides/slide123.xml" ContentType="application/vnd.openxmlformats-officedocument.presentationml.slide+xml"/>
  <Override PartName="/ppt/slides/slide30.xml" ContentType="application/vnd.openxmlformats-officedocument.presentationml.slide+xml"/>
  <Override PartName="/ppt/slides/slide18.xml" ContentType="application/vnd.openxmlformats-officedocument.presentationml.slide+xml"/>
  <Override PartName="/ppt/slides/slide69.xml" ContentType="application/vnd.openxmlformats-officedocument.presentationml.slide+xml"/>
  <Override PartName="/ppt/slides/slide163.xml" ContentType="application/vnd.openxmlformats-officedocument.presentationml.slide+xml"/>
  <Override PartName="/ppt/slides/slide112.xml" ContentType="application/vnd.openxmlformats-officedocument.presentationml.slide+xml"/>
  <Override PartName="/ppt/slides/slide135.xml" ContentType="application/vnd.openxmlformats-officedocument.presentationml.slide+xml"/>
  <Override PartName="/ppt/notesSlides/notesSlide84.xml" ContentType="application/vnd.openxmlformats-officedocument.presentationml.notesSlide+xml"/>
  <Override PartName="/ppt/notesSlides/notesSlide136.xml" ContentType="application/vnd.openxmlformats-officedocument.presentationml.notesSlide+xml"/>
  <Override PartName="/ppt/slides/slide31.xml" ContentType="application/vnd.openxmlformats-officedocument.presentationml.slide+xml"/>
  <Override PartName="/ppt/slides/slide40.xml" ContentType="application/vnd.openxmlformats-officedocument.presentationml.slide+xml"/>
  <Override PartName="/ppt/notesSlides/notesSlide35.xml" ContentType="application/vnd.openxmlformats-officedocument.presentationml.notesSlide+xml"/>
  <Override PartName="/ppt/slides/slide34.xml" ContentType="application/vnd.openxmlformats-officedocument.presentationml.slide+xml"/>
  <Override PartName="/ppt/notesSlides/notesSlide73.xml" ContentType="application/vnd.openxmlformats-officedocument.presentationml.notesSlide+xml"/>
  <Override PartName="/ppt/slides/slide35.xml" ContentType="application/vnd.openxmlformats-officedocument.presentationml.slide+xml"/>
  <Override PartName="/ppt/notesSlides/notesSlide146.xml" ContentType="application/vnd.openxmlformats-officedocument.presentationml.notesSlide+xml"/>
  <Override PartName="/ppt/notesSlides/notesSlide92.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81.xml" ContentType="application/vnd.openxmlformats-officedocument.presentationml.slide+xml"/>
  <Override PartName="/ppt/slides/slide103.xml" ContentType="application/vnd.openxmlformats-officedocument.presentationml.slide+xml"/>
  <Override PartName="/ppt/slides/slide33.xml" ContentType="application/vnd.openxmlformats-officedocument.presentationml.slide+xml"/>
  <Override PartName="/ppt/slides/slide187.xml" ContentType="application/vnd.openxmlformats-officedocument.presentationml.slide+xml"/>
  <Override PartName="/ppt/slides/slide143.xml" ContentType="application/vnd.openxmlformats-officedocument.presentationml.slide+xml"/>
  <Override PartName="/ppt/slides/slide41.xml" ContentType="application/vnd.openxmlformats-officedocument.presentationml.slide+xml"/>
  <Override PartName="/ppt/slideLayouts/slideLayout11.xml" ContentType="application/vnd.openxmlformats-officedocument.presentationml.slideLayout+xml"/>
  <Override PartName="/ppt/presentation.xml" ContentType="application/vnd.openxmlformats-officedocument.presentationml.presentation.main+xml"/>
  <Override PartName="/ppt/slides/slide129.xml" ContentType="application/vnd.openxmlformats-officedocument.presentationml.slide+xml"/>
  <Override PartName="/ppt/notesSlides/notesSlide131.xml" ContentType="application/vnd.openxmlformats-officedocument.presentationml.notesSlide+xml"/>
  <Override PartName="/ppt/slides/slide45.xml" ContentType="application/vnd.openxmlformats-officedocument.presentationml.slide+xml"/>
  <Override PartName="/ppt/slides/slide113.xml" ContentType="application/vnd.openxmlformats-officedocument.presentationml.slide+xml"/>
  <Override PartName="/ppt/notesSlides/notesSlide63.xml" ContentType="application/vnd.openxmlformats-officedocument.presentationml.notesSlide+xml"/>
  <Override PartName="/ppt/notesSlides/notesSlide116.xml" ContentType="application/vnd.openxmlformats-officedocument.presentationml.notesSlide+xml"/>
  <Override PartName="/ppt/slides/slide53.xml" ContentType="application/vnd.openxmlformats-officedocument.presentationml.slide+xml"/>
  <Override PartName="/ppt/slides/slide128.xml" ContentType="application/vnd.openxmlformats-officedocument.presentationml.slide+xml"/>
  <Override PartName="/ppt/notesSlides/notesSlide107.xml" ContentType="application/vnd.openxmlformats-officedocument.presentationml.notesSlide+xml"/>
  <Override PartName="/ppt/slides/slide46.xml" ContentType="application/vnd.openxmlformats-officedocument.presentationml.slide+xml"/>
  <Override PartName="/ppt/notesSlides/notesSlide113.xml" ContentType="application/vnd.openxmlformats-officedocument.presentationml.notesSlide+xml"/>
  <Override PartName="/ppt/notesSlides/notesSlide156.xml" ContentType="application/vnd.openxmlformats-officedocument.presentationml.notesSlide+xml"/>
  <Override PartName="/ppt/slides/slide124.xml" ContentType="application/vnd.openxmlformats-officedocument.presentationml.slide+xml"/>
  <Override PartName="/ppt/slides/slide95.xml" ContentType="application/vnd.openxmlformats-officedocument.presentationml.slide+xml"/>
  <Override PartName="/ppt/slides/slide9.xml" ContentType="application/vnd.openxmlformats-officedocument.presentationml.slide+xml"/>
  <Override PartName="/ppt/slides/slide50.xml" ContentType="application/vnd.openxmlformats-officedocument.presentationml.slide+xml"/>
  <Override PartName="/ppt/slides/slide120.xml" ContentType="application/vnd.openxmlformats-officedocument.presentationml.slide+xml"/>
  <Override PartName="/ppt/notesSlides/notesSlide55.xml" ContentType="application/vnd.openxmlformats-officedocument.presentationml.notesSlide+xml"/>
  <Override PartName="/ppt/slides/slide51.xml" ContentType="application/vnd.openxmlformats-officedocument.presentationml.slide+xml"/>
  <Override PartName="/ppt/notesSlides/notesSlide26.xml" ContentType="application/vnd.openxmlformats-officedocument.presentationml.notesSlide+xml"/>
  <Override PartName="/ppt/slides/slide54.xml" ContentType="application/vnd.openxmlformats-officedocument.presentationml.slide+xml"/>
  <Override PartName="/ppt/slides/slide52.xml" ContentType="application/vnd.openxmlformats-officedocument.presentationml.slide+xml"/>
  <Override PartName="/ppt/notesSlides/notesSlide191.xml" ContentType="application/vnd.openxmlformats-officedocument.presentationml.notesSlide+xml"/>
  <Override PartName="/ppt/slides/slide55.xml" ContentType="application/vnd.openxmlformats-officedocument.presentationml.slide+xml"/>
  <Override PartName="/ppt/slides/slide159.xml" ContentType="application/vnd.openxmlformats-officedocument.presentationml.slide+xml"/>
  <Override PartName="/ppt/slides/slide60.xml" ContentType="application/vnd.openxmlformats-officedocument.presentationml.slide+xml"/>
  <Override PartName="/ppt/slides/slide188.xml" ContentType="application/vnd.openxmlformats-officedocument.presentationml.slide+xml"/>
  <Override PartName="/ppt/slideLayouts/slideLayout3.xml" ContentType="application/vnd.openxmlformats-officedocument.presentationml.slideLayout+xml"/>
  <Override PartName="/ppt/slides/slide62.xml" ContentType="application/vnd.openxmlformats-officedocument.presentationml.slide+xml"/>
  <Override PartName="/ppt/slides/slide168.xml" ContentType="application/vnd.openxmlformats-officedocument.presentationml.slide+xml"/>
  <Override PartName="/ppt/slides/slide66.xml" ContentType="application/vnd.openxmlformats-officedocument.presentationml.slide+xml"/>
  <Override PartName="/ppt/slides/slide64.xml" ContentType="application/vnd.openxmlformats-officedocument.presentationml.slide+xml"/>
  <Override PartName="/ppt/slides/slide108.xml" ContentType="application/vnd.openxmlformats-officedocument.presentationml.slide+xml"/>
  <Override PartName="/ppt/slideLayouts/slideLayout10.xml" ContentType="application/vnd.openxmlformats-officedocument.presentationml.slideLayout+xml"/>
  <Override PartName="/ppt/notesSlides/notesSlide11.xml" ContentType="application/vnd.openxmlformats-officedocument.presentationml.notesSlide+xml"/>
  <Override PartName="/ppt/notesSlides/notesSlide72.xml" ContentType="application/vnd.openxmlformats-officedocument.presentationml.notesSlide+xml"/>
  <Override PartName="/ppt/notesSlides/notesSlide91.xml" ContentType="application/vnd.openxmlformats-officedocument.presentationml.notesSlide+xml"/>
  <Override PartName="/ppt/slideMasters/slideMaster1.xml" ContentType="application/vnd.openxmlformats-officedocument.presentationml.slideMaster+xml"/>
  <Override PartName="/ppt/slides/slide166.xml" ContentType="application/vnd.openxmlformats-officedocument.presentationml.slide+xml"/>
  <Override PartName="/ppt/slides/slide2.xml" ContentType="application/vnd.openxmlformats-officedocument.presentationml.slide+xml"/>
  <Override PartName="/ppt/notesSlides/notesSlide25.xml" ContentType="application/vnd.openxmlformats-officedocument.presentationml.notesSlide+xml"/>
  <Override PartName="/ppt/slides/slide48.xml" ContentType="application/vnd.openxmlformats-officedocument.presentationml.slide+xml"/>
  <Override PartName="/ppt/slides/slide75.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89.xml" ContentType="application/vnd.openxmlformats-officedocument.presentationml.slide+xml"/>
  <Override PartName="/ppt/slides/slide181.xml" ContentType="application/vnd.openxmlformats-officedocument.presentationml.slide+xml"/>
  <Override PartName="/ppt/notesSlides/notesSlide42.xml" ContentType="application/vnd.openxmlformats-officedocument.presentationml.notesSlide+xml"/>
  <Override PartName="/ppt/notesSlides/notesSlide140.xml" ContentType="application/vnd.openxmlformats-officedocument.presentationml.notesSlide+xml"/>
  <Override PartName="/ppt/slides/slide184.xml" ContentType="application/vnd.openxmlformats-officedocument.presentationml.slide+xml"/>
  <Override PartName="/ppt/slides/slide186.xml" ContentType="application/vnd.openxmlformats-officedocument.presentationml.slide+xml"/>
  <Override PartName="/ppt/slides/slide141.xml" ContentType="application/vnd.openxmlformats-officedocument.presentationml.slide+xml"/>
  <Override PartName="/ppt/slides/slide189.xml" ContentType="application/vnd.openxmlformats-officedocument.presentationml.slide+xml"/>
  <Override PartName="/ppt/slides/slide162.xml" ContentType="application/vnd.openxmlformats-officedocument.presentationml.slide+xml"/>
  <Override PartName="/ppt/slides/slide190.xml" ContentType="application/vnd.openxmlformats-officedocument.presentationml.slide+xml"/>
  <Override PartName="/ppt/notesSlides/notesSlide21.xml" ContentType="application/vnd.openxmlformats-officedocument.presentationml.notesSlide+xml"/>
  <Override PartName="/ppt/notesSlides/notesSlide104.xml" ContentType="application/vnd.openxmlformats-officedocument.presentationml.notesSlide+xml"/>
  <Override PartName="/ppt/slides/slide121.xml" ContentType="application/vnd.openxmlformats-officedocument.presentationml.slide+xml"/>
  <Override PartName="/ppt/notesSlides/notesSlide108.xml" ContentType="application/vnd.openxmlformats-officedocument.presentationml.notesSlide+xml"/>
  <Override PartName="/ppt/notesSlides/notesSlide134.xml" ContentType="application/vnd.openxmlformats-officedocument.presentationml.notesSlide+xml"/>
  <Override PartName="/ppt/slides/slide191.xml" ContentType="application/vnd.openxmlformats-officedocument.presentationml.slide+xml"/>
  <Override PartName="/ppt/slides/slide193.xml" ContentType="application/vnd.openxmlformats-officedocument.presentationml.slide+xml"/>
  <Override PartName="/ppt/slides/slide44.xml" ContentType="application/vnd.openxmlformats-officedocument.presentationml.slide+xml"/>
  <Override PartName="/ppt/slides/slide194.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185.xml" ContentType="application/vnd.openxmlformats-officedocument.presentationml.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notesSlides/notesSlide40.xml" ContentType="application/vnd.openxmlformats-officedocument.presentationml.notesSlide+xml"/>
  <Override PartName="/ppt/notesSlides/notesSlide9.xml" ContentType="application/vnd.openxmlformats-officedocument.presentationml.notesSlide+xml"/>
  <Override PartName="/ppt/notesSlides/notesSlide15.xml" ContentType="application/vnd.openxmlformats-officedocument.presentationml.notesSlide+xml"/>
  <Override PartName="/ppt/notesSlides/notesSlide102.xml" ContentType="application/vnd.openxmlformats-officedocument.presentationml.notesSlide+xml"/>
  <Override PartName="/ppt/notesSlides/notesSlide49.xml" ContentType="application/vnd.openxmlformats-officedocument.presentationml.notesSlide+xml"/>
  <Override PartName="/ppt/notesSlides/notesSlide16.xml" ContentType="application/vnd.openxmlformats-officedocument.presentationml.notesSlide+xml"/>
  <Override PartName="/ppt/notesSlides/notesSlide126.xml" ContentType="application/vnd.openxmlformats-officedocument.presentationml.notesSlide+xml"/>
  <Override PartName="/ppt/notesSlides/notesSlide43.xml" ContentType="application/vnd.openxmlformats-officedocument.presentationml.notesSlide+xml"/>
  <Override PartName="/ppt/notesSlides/notesSlide19.xml" ContentType="application/vnd.openxmlformats-officedocument.presentationml.notesSlide+xml"/>
  <Override PartName="/ppt/notesSlides/notesSlide6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slides/slide27.xml" ContentType="application/vnd.openxmlformats-officedocument.presentationml.slide+xml"/>
  <Override PartName="/ppt/slides/slide29.xml" ContentType="application/vnd.openxmlformats-officedocument.presentationml.slide+xml"/>
  <Override PartName="/ppt/notesSlides/notesSlide60.xml" ContentType="application/vnd.openxmlformats-officedocument.presentationml.notesSlide+xml"/>
  <Override PartName="/ppt/notesSlides/notesSlide30.xml" ContentType="application/vnd.openxmlformats-officedocument.presentationml.notesSlide+xml"/>
  <Override PartName="/ppt/notesSlides/notesSlide111.xml" ContentType="application/vnd.openxmlformats-officedocument.presentationml.notesSlide+xml"/>
  <Override PartName="/ppt/notesSlides/notesSlide31.xml" ContentType="application/vnd.openxmlformats-officedocument.presentationml.notesSlide+xml"/>
  <Override PartName="/ppt/notesSlides/notesSlide138.xml" ContentType="application/vnd.openxmlformats-officedocument.presentationml.notesSlide+xml"/>
  <Override PartName="/ppt/slides/slide26.xml" ContentType="application/vnd.openxmlformats-officedocument.presentationml.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slides/slide7.xml" ContentType="application/vnd.openxmlformats-officedocument.presentationml.slide+xml"/>
  <Override PartName="/ppt/slides/slide183.xml" ContentType="application/vnd.openxmlformats-officedocument.presentationml.slide+xml"/>
  <Override PartName="/ppt/notesSlides/notesSlide37.xml" ContentType="application/vnd.openxmlformats-officedocument.presentationml.notesSlide+xml"/>
  <Override PartName="/ppt/notesSlides/notesSlide66.xml" ContentType="application/vnd.openxmlformats-officedocument.presentationml.notesSlide+xml"/>
  <Override PartName="/ppt/notesSlides/notesSlide170.xml" ContentType="application/vnd.openxmlformats-officedocument.presentationml.notesSlide+xml"/>
  <Override PartName="/ppt/notesSlides/notesSlide44.xml" ContentType="application/vnd.openxmlformats-officedocument.presentationml.notesSlide+xml"/>
  <Override PartName="/ppt/slides/slide71.xml" ContentType="application/vnd.openxmlformats-officedocument.presentationml.slide+xml"/>
  <Override PartName="/ppt/slides/slide76.xml" ContentType="application/vnd.openxmlformats-officedocument.presentationml.slide+xml"/>
  <Override PartName="/ppt/notesSlides/notesSlide45.xml" ContentType="application/vnd.openxmlformats-officedocument.presentationml.notesSlide+xml"/>
  <Override PartName="/ppt/notesSlides/notesSlide186.xml" ContentType="application/vnd.openxmlformats-officedocument.presentationml.notesSlide+xml"/>
  <Override PartName="/ppt/notesSlides/notesSlide53.xml" ContentType="application/vnd.openxmlformats-officedocument.presentationml.notesSlide+xml"/>
  <Override PartName="/ppt/slides/slide175.xml" ContentType="application/vnd.openxmlformats-officedocument.presentationml.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0.xml" ContentType="application/vnd.openxmlformats-officedocument.presentationml.notesSlide+xml"/>
  <Override PartName="/ppt/slides/slide17.xml" ContentType="application/vnd.openxmlformats-officedocument.presentationml.slide+xml"/>
  <Override PartName="/ppt/notesSlides/notesSlide51.xml" ContentType="application/vnd.openxmlformats-officedocument.presentationml.notesSlide+xml"/>
  <Override PartName="/ppt/notesSlides/notesSlide56.xml" ContentType="application/vnd.openxmlformats-officedocument.presentationml.notesSlide+xml"/>
  <Override PartName="/ppt/slides/slide43.xml" ContentType="application/vnd.openxmlformats-officedocument.presentationml.slide+xml"/>
  <Override PartName="/ppt/slides/slide192.xml" ContentType="application/vnd.openxmlformats-officedocument.presentationml.slide+xml"/>
  <Override PartName="/ppt/notesSlides/notesSlide57.xml" ContentType="application/vnd.openxmlformats-officedocument.presentationml.notesSlide+xml"/>
  <Override PartName="/ppt/slides/slide155.xml" ContentType="application/vnd.openxmlformats-officedocument.presentationml.slide+xml"/>
  <Override PartName="/ppt/slides/slide6.xml" ContentType="application/vnd.openxmlformats-officedocument.presentationml.slide+xml"/>
  <Override PartName="/ppt/notesSlides/notesSlide59.xml" ContentType="application/vnd.openxmlformats-officedocument.presentationml.notesSlide+xml"/>
  <Override PartName="/ppt/notesSlides/notesSlide61.xml" ContentType="application/vnd.openxmlformats-officedocument.presentationml.notesSlide+xml"/>
  <Override PartName="/ppt/notesSlides/notesSlide180.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9.xml" ContentType="application/vnd.openxmlformats-officedocument.presentationml.notesSlide+xml"/>
  <Override PartName="/ppt/notesSlides/notesSlide93.xml" ContentType="application/vnd.openxmlformats-officedocument.presentationml.notesSlide+xml"/>
  <Override PartName="/ppt/slideLayouts/slideLayout4.xml" ContentType="application/vnd.openxmlformats-officedocument.presentationml.slideLayout+xml"/>
  <Override PartName="/ppt/notesSlides/notesSlide185.xml" ContentType="application/vnd.openxmlformats-officedocument.presentationml.notesSlide+xml"/>
  <Override PartName="/ppt/notesSlides/notesSlide70.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24.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2.xml" ContentType="application/vnd.openxmlformats-officedocument.presentationml.notesSlide+xml"/>
  <Override PartName="/ppt/notesSlides/notesSlide103.xml" ContentType="application/vnd.openxmlformats-officedocument.presentationml.notesSlide+xml"/>
  <Override PartName="/ppt/notesSlides/notesSlide81.xml" ContentType="application/vnd.openxmlformats-officedocument.presentationml.notesSlide+xml"/>
  <Override PartName="/ppt/slides/slide25.xml" ContentType="application/vnd.openxmlformats-officedocument.presentationml.slide+xml"/>
  <Override PartName="/ppt/notesSlides/notesSlide124.xml" ContentType="application/vnd.openxmlformats-officedocument.presentationml.notesSlide+xml"/>
  <Override PartName="/ppt/notesSlides/notesSlide179.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slides/slide138.xml" ContentType="application/vnd.openxmlformats-officedocument.presentationml.slide+xml"/>
  <Override PartName="/ppt/slides/slide78.xml" ContentType="application/vnd.openxmlformats-officedocument.presentationml.slide+xml"/>
  <Override PartName="/ppt/notesSlides/notesSlide177.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slides/slide157.xml" ContentType="application/vnd.openxmlformats-officedocument.presentationml.slide+xml"/>
  <Override PartName="/ppt/notesSlides/notesSlide137.xml" ContentType="application/vnd.openxmlformats-officedocument.presentationml.notesSlide+xml"/>
  <Override PartName="/ppt/notesSlides/notesSlide90.xml" ContentType="application/vnd.openxmlformats-officedocument.presentationml.notesSlide+xml"/>
  <Override PartName="/ppt/slides/slide14.xml" ContentType="application/vnd.openxmlformats-officedocument.presentationml.slide+xml"/>
  <Override PartName="/ppt/notesSlides/notesSlide171.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133.xml" ContentType="application/vnd.openxmlformats-officedocument.presentationml.notesSlide+xml"/>
  <Override PartName="/ppt/notesSlides/notesSlide97.xml" ContentType="application/vnd.openxmlformats-officedocument.presentationml.notesSlide+xml"/>
  <Override PartName="/ppt/notesSlides/notesSlide157.xml" ContentType="application/vnd.openxmlformats-officedocument.presentationml.notesSlide+xml"/>
  <Override PartName="/ppt/slides/slide134.xml" ContentType="application/vnd.openxmlformats-officedocument.presentationml.slide+xml"/>
  <Override PartName="/ppt/notesSlides/notesSlide41.xml" ContentType="application/vnd.openxmlformats-officedocument.presentationml.notesSlide+xml"/>
  <Override PartName="/ppt/notesSlides/notesSlide164.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9.xml" ContentType="application/vnd.openxmlformats-officedocument.presentationml.notesSlide+xml"/>
  <Override PartName="/ppt/notesSlides/notesSlide27.xml" ContentType="application/vnd.openxmlformats-officedocument.presentationml.notesSlide+xml"/>
  <Override PartName="/ppt/notesSlides/notesSlide110.xml" ContentType="application/vnd.openxmlformats-officedocument.presentationml.notesSlide+xml"/>
  <Override PartName="/ppt/slides/slide57.xml" ContentType="application/vnd.openxmlformats-officedocument.presentationml.slide+xml"/>
  <Override PartName="/ppt/notesSlides/notesSlide172.xml" ContentType="application/vnd.openxmlformats-officedocument.presentationml.notesSlide+xml"/>
  <Override PartName="/ppt/notesSlides/notesSlide112.xml" ContentType="application/vnd.openxmlformats-officedocument.presentationml.notesSlide+xml"/>
  <Override PartName="/ppt/notesSlides/notesSlide114.xml" ContentType="application/vnd.openxmlformats-officedocument.presentationml.notesSlide+xml"/>
  <Override PartName="/ppt/notesSlides/notesSlide17.xml" ContentType="application/vnd.openxmlformats-officedocument.presentationml.notesSlide+xml"/>
  <Override PartName="/ppt/notesSlides/notesSlide118.xml" ContentType="application/vnd.openxmlformats-officedocument.presentationml.notesSlide+xml"/>
  <Override PartName="/ppt/notesSlides/notesSlide120.xml" ContentType="application/vnd.openxmlformats-officedocument.presentationml.notesSlide+xml"/>
  <Override PartName="/ppt/notesSlides/notesSlide54.xml" ContentType="application/vnd.openxmlformats-officedocument.presentationml.notesSlide+xml"/>
  <Override PartName="/ppt/notesSlides/notesSlide183.xml" ContentType="application/vnd.openxmlformats-officedocument.presentationml.notesSlide+xml"/>
  <Override PartName="/ppt/slides/slide68.xml" ContentType="application/vnd.openxmlformats-officedocument.presentationml.slide+xml"/>
  <Override PartName="/ppt/notesSlides/notesSlide23.xml" ContentType="application/vnd.openxmlformats-officedocument.presentationml.notesSlide+xml"/>
  <Override PartName="/ppt/notesSlides/notesSlide121.xml" ContentType="application/vnd.openxmlformats-officedocument.presentationml.notesSlide+xml"/>
  <Override PartName="/ppt/notesSlides/notesSlide160.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42.xml" ContentType="application/vnd.openxmlformats-officedocument.presentationml.notesSlide+xml"/>
  <Override PartName="/ppt/notesSlides/notesSlide145.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93.xml" ContentType="application/vnd.openxmlformats-officedocument.presentationml.notesSlide+xml"/>
  <Override PartName="/ppt/notesSlides/notesSlide18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4.xml" ContentType="application/vnd.openxmlformats-officedocument.presentationml.notesSlide+xml"/>
  <Override PartName="/ppt/notesSlides/notesSlide187.xml" ContentType="application/vnd.openxmlformats-officedocument.presentationml.notesSlide+xml"/>
  <Override PartName="/ppt/notesSlides/notesSlide155.xml" ContentType="application/vnd.openxmlformats-officedocument.presentationml.notesSlide+xml"/>
  <Override PartName="/ppt/notesSlides/notesSlide159.xml" ContentType="application/vnd.openxmlformats-officedocument.presentationml.notesSlide+xml"/>
  <Override PartName="/ppt/notesSlides/notesSlide163.xml" ContentType="application/vnd.openxmlformats-officedocument.presentationml.notesSlide+xml"/>
  <Override PartName="/ppt/notesSlides/notesSlide10.xml" ContentType="application/vnd.openxmlformats-officedocument.presentationml.notesSlide+xml"/>
  <Override PartName="/ppt/notesSlides/notesSlide168.xml" ContentType="application/vnd.openxmlformats-officedocument.presentationml.notesSlide+xml"/>
  <Override PartName="/ppt/slides/slide165.xml" ContentType="application/vnd.openxmlformats-officedocument.presentationml.slide+xml"/>
  <Override PartName="/ppt/notesSlides/notesSlide169.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slides/slide182.xml" ContentType="application/vnd.openxmlformats-officedocument.presentationml.slide+xml"/>
  <Override PartName="/ppt/notesSlides/notesSlide176.xml" ContentType="application/vnd.openxmlformats-officedocument.presentationml.notesSlide+xml"/>
  <Override PartName="/ppt/notesSlides/notesSlide94.xml" ContentType="application/vnd.openxmlformats-officedocument.presentationml.notesSlide+xml"/>
  <Override PartName="/ppt/notesSlides/notesSlide178.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slides/slide79.xml" ContentType="application/vnd.openxmlformats-officedocument.presentationml.slide+xml"/>
  <Override PartName="/ppt/notesSlides/notesSlide184.xml" ContentType="application/vnd.openxmlformats-officedocument.presentationml.notesSlide+xml"/>
  <Override PartName="/ppt/slides/slide85.xml" ContentType="application/vnd.openxmlformats-officedocument.presentationml.slide+xml"/>
  <Override PartName="/ppt/notesSlides/notesSlide143.xml" ContentType="application/vnd.openxmlformats-officedocument.presentationml.notesSlide+xml"/>
  <Override PartName="/ppt/notesSlides/notesSlide188.xml" ContentType="application/vnd.openxmlformats-officedocument.presentationml.notesSlide+xml"/>
  <Override PartName="/ppt/notesSlides/notesSlide19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9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40" Type="http://schemas.openxmlformats.org/officeDocument/2006/relationships/slide" Target="slides/slide137.xml"/><Relationship Id="rId141" Type="http://schemas.openxmlformats.org/officeDocument/2006/relationships/slide" Target="slides/slide138.xml"/><Relationship Id="rId142" Type="http://schemas.openxmlformats.org/officeDocument/2006/relationships/slide" Target="slides/slide139.xml"/><Relationship Id="rId143" Type="http://schemas.openxmlformats.org/officeDocument/2006/relationships/slide" Target="slides/slide140.xml"/><Relationship Id="rId144" Type="http://schemas.openxmlformats.org/officeDocument/2006/relationships/slide" Target="slides/slide141.xml"/><Relationship Id="rId145" Type="http://schemas.openxmlformats.org/officeDocument/2006/relationships/slide" Target="slides/slide142.xml"/><Relationship Id="rId146" Type="http://schemas.openxmlformats.org/officeDocument/2006/relationships/slide" Target="slides/slide143.xml"/><Relationship Id="rId147" Type="http://schemas.openxmlformats.org/officeDocument/2006/relationships/slide" Target="slides/slide144.xml"/><Relationship Id="rId148" Type="http://schemas.openxmlformats.org/officeDocument/2006/relationships/slide" Target="slides/slide145.xml"/><Relationship Id="rId149" Type="http://schemas.openxmlformats.org/officeDocument/2006/relationships/slide" Target="slides/slide146.xml"/><Relationship Id="rId150" Type="http://schemas.openxmlformats.org/officeDocument/2006/relationships/slide" Target="slides/slide147.xml"/><Relationship Id="rId151" Type="http://schemas.openxmlformats.org/officeDocument/2006/relationships/slide" Target="slides/slide148.xml"/><Relationship Id="rId152" Type="http://schemas.openxmlformats.org/officeDocument/2006/relationships/slide" Target="slides/slide149.xml"/><Relationship Id="rId153" Type="http://schemas.openxmlformats.org/officeDocument/2006/relationships/slide" Target="slides/slide150.xml"/><Relationship Id="rId154" Type="http://schemas.openxmlformats.org/officeDocument/2006/relationships/slide" Target="slides/slide151.xml"/><Relationship Id="rId155" Type="http://schemas.openxmlformats.org/officeDocument/2006/relationships/slide" Target="slides/slide152.xml"/><Relationship Id="rId156" Type="http://schemas.openxmlformats.org/officeDocument/2006/relationships/slide" Target="slides/slide153.xml"/><Relationship Id="rId157" Type="http://schemas.openxmlformats.org/officeDocument/2006/relationships/slide" Target="slides/slide154.xml"/><Relationship Id="rId158" Type="http://schemas.openxmlformats.org/officeDocument/2006/relationships/slide" Target="slides/slide155.xml"/><Relationship Id="rId159" Type="http://schemas.openxmlformats.org/officeDocument/2006/relationships/slide" Target="slides/slide156.xml"/><Relationship Id="rId160" Type="http://schemas.openxmlformats.org/officeDocument/2006/relationships/slide" Target="slides/slide157.xml"/><Relationship Id="rId161" Type="http://schemas.openxmlformats.org/officeDocument/2006/relationships/slide" Target="slides/slide158.xml"/><Relationship Id="rId162" Type="http://schemas.openxmlformats.org/officeDocument/2006/relationships/slide" Target="slides/slide159.xml"/><Relationship Id="rId163" Type="http://schemas.openxmlformats.org/officeDocument/2006/relationships/slide" Target="slides/slide160.xml"/><Relationship Id="rId164" Type="http://schemas.openxmlformats.org/officeDocument/2006/relationships/slide" Target="slides/slide161.xml"/><Relationship Id="rId165" Type="http://schemas.openxmlformats.org/officeDocument/2006/relationships/slide" Target="slides/slide162.xml"/><Relationship Id="rId166" Type="http://schemas.openxmlformats.org/officeDocument/2006/relationships/slide" Target="slides/slide163.xml"/><Relationship Id="rId167" Type="http://schemas.openxmlformats.org/officeDocument/2006/relationships/slide" Target="slides/slide164.xml"/><Relationship Id="rId168" Type="http://schemas.openxmlformats.org/officeDocument/2006/relationships/slide" Target="slides/slide165.xml"/><Relationship Id="rId169" Type="http://schemas.openxmlformats.org/officeDocument/2006/relationships/slide" Target="slides/slide166.xml"/><Relationship Id="rId170" Type="http://schemas.openxmlformats.org/officeDocument/2006/relationships/slide" Target="slides/slide167.xml"/><Relationship Id="rId171" Type="http://schemas.openxmlformats.org/officeDocument/2006/relationships/slide" Target="slides/slide168.xml"/><Relationship Id="rId172" Type="http://schemas.openxmlformats.org/officeDocument/2006/relationships/slide" Target="slides/slide169.xml"/><Relationship Id="rId173" Type="http://schemas.openxmlformats.org/officeDocument/2006/relationships/slide" Target="slides/slide170.xml"/><Relationship Id="rId174" Type="http://schemas.openxmlformats.org/officeDocument/2006/relationships/slide" Target="slides/slide171.xml"/><Relationship Id="rId175" Type="http://schemas.openxmlformats.org/officeDocument/2006/relationships/slide" Target="slides/slide172.xml"/><Relationship Id="rId176" Type="http://schemas.openxmlformats.org/officeDocument/2006/relationships/slide" Target="slides/slide173.xml"/><Relationship Id="rId177" Type="http://schemas.openxmlformats.org/officeDocument/2006/relationships/slide" Target="slides/slide174.xml"/><Relationship Id="rId178" Type="http://schemas.openxmlformats.org/officeDocument/2006/relationships/slide" Target="slides/slide175.xml"/><Relationship Id="rId179" Type="http://schemas.openxmlformats.org/officeDocument/2006/relationships/slide" Target="slides/slide176.xml"/><Relationship Id="rId180" Type="http://schemas.openxmlformats.org/officeDocument/2006/relationships/slide" Target="slides/slide177.xml"/><Relationship Id="rId181" Type="http://schemas.openxmlformats.org/officeDocument/2006/relationships/slide" Target="slides/slide178.xml"/><Relationship Id="rId182" Type="http://schemas.openxmlformats.org/officeDocument/2006/relationships/slide" Target="slides/slide179.xml"/><Relationship Id="rId183" Type="http://schemas.openxmlformats.org/officeDocument/2006/relationships/slide" Target="slides/slide180.xml"/><Relationship Id="rId184" Type="http://schemas.openxmlformats.org/officeDocument/2006/relationships/slide" Target="slides/slide181.xml"/><Relationship Id="rId185" Type="http://schemas.openxmlformats.org/officeDocument/2006/relationships/slide" Target="slides/slide182.xml"/><Relationship Id="rId186" Type="http://schemas.openxmlformats.org/officeDocument/2006/relationships/slide" Target="slides/slide183.xml"/><Relationship Id="rId187" Type="http://schemas.openxmlformats.org/officeDocument/2006/relationships/slide" Target="slides/slide184.xml"/><Relationship Id="rId188" Type="http://schemas.openxmlformats.org/officeDocument/2006/relationships/slide" Target="slides/slide185.xml"/><Relationship Id="rId189" Type="http://schemas.openxmlformats.org/officeDocument/2006/relationships/slide" Target="slides/slide186.xml"/><Relationship Id="rId190" Type="http://schemas.openxmlformats.org/officeDocument/2006/relationships/slide" Target="slides/slide187.xml"/><Relationship Id="rId191" Type="http://schemas.openxmlformats.org/officeDocument/2006/relationships/slide" Target="slides/slide188.xml"/><Relationship Id="rId192" Type="http://schemas.openxmlformats.org/officeDocument/2006/relationships/slide" Target="slides/slide189.xml"/><Relationship Id="rId193" Type="http://schemas.openxmlformats.org/officeDocument/2006/relationships/slide" Target="slides/slide190.xml"/><Relationship Id="rId194" Type="http://schemas.openxmlformats.org/officeDocument/2006/relationships/slide" Target="slides/slide191.xml"/><Relationship Id="rId195" Type="http://schemas.openxmlformats.org/officeDocument/2006/relationships/slide" Target="slides/slide192.xml"/><Relationship Id="rId196" Type="http://schemas.openxmlformats.org/officeDocument/2006/relationships/slide" Target="slides/slide193.xml"/><Relationship Id="rId197" Type="http://schemas.openxmlformats.org/officeDocument/2006/relationships/slide" Target="slides/slide194.xml"/><Relationship Id="rId198" Type="http://schemas.openxmlformats.org/officeDocument/2006/relationships/notesMaster" Target="notesMasters/notesMaster1.xml"/><Relationship Id="rId199" Type="http://schemas.openxmlformats.org/officeDocument/2006/relationships/presProps" Target="presProps.xml" /><Relationship Id="rId200" Type="http://schemas.openxmlformats.org/officeDocument/2006/relationships/tableStyles" Target="tableStyles.xml" /><Relationship Id="rId20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7582851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42364847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95133539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24652967"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4634810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44089619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047949" name="Slide Image Placeholder 1"/>
          <p:cNvSpPr>
            <a:spLocks noChangeAspect="1" noGrp="1" noRot="1"/>
          </p:cNvSpPr>
          <p:nvPr>
            <p:ph type="sldImg"/>
          </p:nvPr>
        </p:nvSpPr>
        <p:spPr bwMode="auto">
          <a:xfrm>
            <a:off x="685800" y="1143000"/>
            <a:ext cx="5486400" cy="3086100"/>
          </a:xfrm>
        </p:spPr>
      </p:sp>
      <p:sp>
        <p:nvSpPr>
          <p:cNvPr id="1929988072" name="Notes Placeholder 2"/>
          <p:cNvSpPr>
            <a:spLocks noGrp="1"/>
          </p:cNvSpPr>
          <p:nvPr>
            <p:ph type="body" idx="1"/>
          </p:nvPr>
        </p:nvSpPr>
        <p:spPr bwMode="auto"/>
        <p:txBody>
          <a:bodyPr/>
          <a:lstStyle/>
          <a:p>
            <a:pPr>
              <a:defRPr/>
            </a:pPr>
            <a:endParaRPr lang="en-US">
              <a:latin typeface="Arial"/>
              <a:cs typeface="Arial"/>
            </a:endParaRPr>
          </a:p>
        </p:txBody>
      </p:sp>
      <p:sp>
        <p:nvSpPr>
          <p:cNvPr id="1040809640"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8181449" name="Slide Image Placeholder 1"/>
          <p:cNvSpPr>
            <a:spLocks noChangeAspect="1" noGrp="1" noRot="1"/>
          </p:cNvSpPr>
          <p:nvPr>
            <p:ph type="sldImg"/>
          </p:nvPr>
        </p:nvSpPr>
        <p:spPr bwMode="auto"/>
      </p:sp>
      <p:sp>
        <p:nvSpPr>
          <p:cNvPr id="1087304982" name="Notes Placeholder 2"/>
          <p:cNvSpPr>
            <a:spLocks noGrp="1"/>
          </p:cNvSpPr>
          <p:nvPr>
            <p:ph type="body" idx="1"/>
          </p:nvPr>
        </p:nvSpPr>
        <p:spPr bwMode="auto"/>
        <p:txBody>
          <a:bodyPr/>
          <a:lstStyle/>
          <a:p>
            <a:pPr>
              <a:defRPr/>
            </a:pPr>
            <a:endParaRPr/>
          </a:p>
        </p:txBody>
      </p:sp>
      <p:sp>
        <p:nvSpPr>
          <p:cNvPr id="265562535" name="Slide Number Placeholder 3"/>
          <p:cNvSpPr>
            <a:spLocks noGrp="1"/>
          </p:cNvSpPr>
          <p:nvPr>
            <p:ph type="sldNum" sz="quarter" idx="10"/>
          </p:nvPr>
        </p:nvSpPr>
        <p:spPr bwMode="auto"/>
        <p:txBody>
          <a:bodyPr/>
          <a:lstStyle/>
          <a:p>
            <a:pPr>
              <a:defRPr/>
            </a:pPr>
            <a:fld id="{00EF5BC4-DB79-1967-3841-C545AF11450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4074973" name="Slide Image Placeholder 1"/>
          <p:cNvSpPr>
            <a:spLocks noChangeAspect="1" noGrp="1" noRot="1"/>
          </p:cNvSpPr>
          <p:nvPr>
            <p:ph type="sldImg"/>
          </p:nvPr>
        </p:nvSpPr>
        <p:spPr bwMode="auto"/>
      </p:sp>
      <p:sp>
        <p:nvSpPr>
          <p:cNvPr id="1261201631" name="Notes Placeholder 2"/>
          <p:cNvSpPr>
            <a:spLocks noGrp="1"/>
          </p:cNvSpPr>
          <p:nvPr>
            <p:ph type="body" idx="1"/>
          </p:nvPr>
        </p:nvSpPr>
        <p:spPr bwMode="auto"/>
        <p:txBody>
          <a:bodyPr/>
          <a:lstStyle/>
          <a:p>
            <a:pPr>
              <a:defRPr/>
            </a:pPr>
            <a:endParaRPr/>
          </a:p>
        </p:txBody>
      </p:sp>
      <p:sp>
        <p:nvSpPr>
          <p:cNvPr id="1895863131" name="Slide Number Placeholder 3"/>
          <p:cNvSpPr>
            <a:spLocks noGrp="1"/>
          </p:cNvSpPr>
          <p:nvPr>
            <p:ph type="sldNum" sz="quarter" idx="10"/>
          </p:nvPr>
        </p:nvSpPr>
        <p:spPr bwMode="auto"/>
        <p:txBody>
          <a:bodyPr/>
          <a:lstStyle/>
          <a:p>
            <a:pPr>
              <a:defRPr/>
            </a:pPr>
            <a:fld id="{AE65F2AF-0478-605F-8DCD-52E8A9D01196}"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8154500" name="Slide Image Placeholder 1"/>
          <p:cNvSpPr>
            <a:spLocks noChangeAspect="1" noGrp="1" noRot="1"/>
          </p:cNvSpPr>
          <p:nvPr>
            <p:ph type="sldImg"/>
          </p:nvPr>
        </p:nvSpPr>
        <p:spPr bwMode="auto"/>
      </p:sp>
      <p:sp>
        <p:nvSpPr>
          <p:cNvPr id="1706458064" name="Notes Placeholder 2"/>
          <p:cNvSpPr>
            <a:spLocks noGrp="1"/>
          </p:cNvSpPr>
          <p:nvPr>
            <p:ph type="body" idx="1"/>
          </p:nvPr>
        </p:nvSpPr>
        <p:spPr bwMode="auto"/>
        <p:txBody>
          <a:bodyPr/>
          <a:lstStyle/>
          <a:p>
            <a:pPr>
              <a:defRPr/>
            </a:pPr>
            <a:endParaRPr/>
          </a:p>
        </p:txBody>
      </p:sp>
      <p:sp>
        <p:nvSpPr>
          <p:cNvPr id="658001038" name="Slide Number Placeholder 3"/>
          <p:cNvSpPr>
            <a:spLocks noGrp="1"/>
          </p:cNvSpPr>
          <p:nvPr>
            <p:ph type="sldNum" sz="quarter" idx="10"/>
          </p:nvPr>
        </p:nvSpPr>
        <p:spPr bwMode="auto"/>
        <p:txBody>
          <a:bodyPr/>
          <a:lstStyle/>
          <a:p>
            <a:pPr>
              <a:defRPr/>
            </a:pPr>
            <a:fld id="{62DF05B3-9D8E-6723-8A97-D1A3B6E8A28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9666137" name="Slide Image Placeholder 1"/>
          <p:cNvSpPr>
            <a:spLocks noChangeAspect="1" noGrp="1" noRot="1"/>
          </p:cNvSpPr>
          <p:nvPr>
            <p:ph type="sldImg"/>
          </p:nvPr>
        </p:nvSpPr>
        <p:spPr bwMode="auto"/>
      </p:sp>
      <p:sp>
        <p:nvSpPr>
          <p:cNvPr id="347806040" name="Notes Placeholder 2"/>
          <p:cNvSpPr>
            <a:spLocks noGrp="1"/>
          </p:cNvSpPr>
          <p:nvPr>
            <p:ph type="body" idx="1"/>
          </p:nvPr>
        </p:nvSpPr>
        <p:spPr bwMode="auto"/>
        <p:txBody>
          <a:bodyPr/>
          <a:lstStyle/>
          <a:p>
            <a:pPr>
              <a:defRPr/>
            </a:pPr>
            <a:endParaRPr/>
          </a:p>
        </p:txBody>
      </p:sp>
      <p:sp>
        <p:nvSpPr>
          <p:cNvPr id="115754556" name="Slide Number Placeholder 3"/>
          <p:cNvSpPr>
            <a:spLocks noGrp="1"/>
          </p:cNvSpPr>
          <p:nvPr>
            <p:ph type="sldNum" sz="quarter" idx="10"/>
          </p:nvPr>
        </p:nvSpPr>
        <p:spPr bwMode="auto"/>
        <p:txBody>
          <a:bodyPr/>
          <a:lstStyle/>
          <a:p>
            <a:pPr>
              <a:defRPr/>
            </a:pPr>
            <a:fld id="{953B4292-DFBB-A3C5-047C-2FBDDE58C59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9437909" name="Slide Image Placeholder 1"/>
          <p:cNvSpPr>
            <a:spLocks noChangeAspect="1" noGrp="1" noRot="1"/>
          </p:cNvSpPr>
          <p:nvPr>
            <p:ph type="sldImg"/>
          </p:nvPr>
        </p:nvSpPr>
        <p:spPr bwMode="auto"/>
      </p:sp>
      <p:sp>
        <p:nvSpPr>
          <p:cNvPr id="1403293768" name="Notes Placeholder 2"/>
          <p:cNvSpPr>
            <a:spLocks noGrp="1"/>
          </p:cNvSpPr>
          <p:nvPr>
            <p:ph type="body" idx="1"/>
          </p:nvPr>
        </p:nvSpPr>
        <p:spPr bwMode="auto"/>
        <p:txBody>
          <a:bodyPr/>
          <a:lstStyle/>
          <a:p>
            <a:pPr>
              <a:defRPr/>
            </a:pPr>
            <a:endParaRPr/>
          </a:p>
        </p:txBody>
      </p:sp>
      <p:sp>
        <p:nvSpPr>
          <p:cNvPr id="1325837455" name="Slide Number Placeholder 3"/>
          <p:cNvSpPr>
            <a:spLocks noGrp="1"/>
          </p:cNvSpPr>
          <p:nvPr>
            <p:ph type="sldNum" sz="quarter" idx="10"/>
          </p:nvPr>
        </p:nvSpPr>
        <p:spPr bwMode="auto"/>
        <p:txBody>
          <a:bodyPr/>
          <a:lstStyle/>
          <a:p>
            <a:pPr>
              <a:defRPr/>
            </a:pPr>
            <a:fld id="{2044EB8E-77ED-799C-5077-A3ED816E3561}"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5035166" name="Slide Image Placeholder 1"/>
          <p:cNvSpPr>
            <a:spLocks noChangeAspect="1" noGrp="1" noRot="1"/>
          </p:cNvSpPr>
          <p:nvPr>
            <p:ph type="sldImg"/>
          </p:nvPr>
        </p:nvSpPr>
        <p:spPr bwMode="auto"/>
      </p:sp>
      <p:sp>
        <p:nvSpPr>
          <p:cNvPr id="354034181" name="Notes Placeholder 2"/>
          <p:cNvSpPr>
            <a:spLocks noGrp="1"/>
          </p:cNvSpPr>
          <p:nvPr>
            <p:ph type="body" idx="1"/>
          </p:nvPr>
        </p:nvSpPr>
        <p:spPr bwMode="auto"/>
        <p:txBody>
          <a:bodyPr/>
          <a:lstStyle/>
          <a:p>
            <a:pPr>
              <a:defRPr/>
            </a:pPr>
            <a:endParaRPr/>
          </a:p>
        </p:txBody>
      </p:sp>
      <p:sp>
        <p:nvSpPr>
          <p:cNvPr id="986613262" name="Slide Number Placeholder 3"/>
          <p:cNvSpPr>
            <a:spLocks noGrp="1"/>
          </p:cNvSpPr>
          <p:nvPr>
            <p:ph type="sldNum" sz="quarter" idx="10"/>
          </p:nvPr>
        </p:nvSpPr>
        <p:spPr bwMode="auto"/>
        <p:txBody>
          <a:bodyPr/>
          <a:lstStyle/>
          <a:p>
            <a:pPr>
              <a:defRPr/>
            </a:pPr>
            <a:fld id="{418019D6-0718-CA04-E895-9C9F804F5D63}"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8403430" name="Slide Image Placeholder 1"/>
          <p:cNvSpPr>
            <a:spLocks noChangeAspect="1" noGrp="1" noRot="1"/>
          </p:cNvSpPr>
          <p:nvPr>
            <p:ph type="sldImg"/>
          </p:nvPr>
        </p:nvSpPr>
        <p:spPr bwMode="auto"/>
      </p:sp>
      <p:sp>
        <p:nvSpPr>
          <p:cNvPr id="1545260376" name="Notes Placeholder 2"/>
          <p:cNvSpPr>
            <a:spLocks noGrp="1"/>
          </p:cNvSpPr>
          <p:nvPr>
            <p:ph type="body" idx="1"/>
          </p:nvPr>
        </p:nvSpPr>
        <p:spPr bwMode="auto"/>
        <p:txBody>
          <a:bodyPr/>
          <a:lstStyle/>
          <a:p>
            <a:pPr>
              <a:defRPr/>
            </a:pPr>
            <a:endParaRPr/>
          </a:p>
        </p:txBody>
      </p:sp>
      <p:sp>
        <p:nvSpPr>
          <p:cNvPr id="853001476" name="Slide Number Placeholder 3"/>
          <p:cNvSpPr>
            <a:spLocks noGrp="1"/>
          </p:cNvSpPr>
          <p:nvPr>
            <p:ph type="sldNum" sz="quarter" idx="10"/>
          </p:nvPr>
        </p:nvSpPr>
        <p:spPr bwMode="auto"/>
        <p:txBody>
          <a:bodyPr/>
          <a:lstStyle/>
          <a:p>
            <a:pPr>
              <a:defRPr/>
            </a:pPr>
            <a:fld id="{1FC23E84-2A37-1588-508C-F930AF3A507F}"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8061355" name="Slide Image Placeholder 1"/>
          <p:cNvSpPr>
            <a:spLocks noChangeAspect="1" noGrp="1" noRot="1"/>
          </p:cNvSpPr>
          <p:nvPr>
            <p:ph type="sldImg"/>
          </p:nvPr>
        </p:nvSpPr>
        <p:spPr bwMode="auto"/>
      </p:sp>
      <p:sp>
        <p:nvSpPr>
          <p:cNvPr id="366253197" name="Notes Placeholder 2"/>
          <p:cNvSpPr>
            <a:spLocks noGrp="1"/>
          </p:cNvSpPr>
          <p:nvPr>
            <p:ph type="body" idx="1"/>
          </p:nvPr>
        </p:nvSpPr>
        <p:spPr bwMode="auto"/>
        <p:txBody>
          <a:bodyPr/>
          <a:lstStyle/>
          <a:p>
            <a:pPr>
              <a:defRPr/>
            </a:pPr>
            <a:endParaRPr/>
          </a:p>
        </p:txBody>
      </p:sp>
      <p:sp>
        <p:nvSpPr>
          <p:cNvPr id="656580207" name="Slide Number Placeholder 3"/>
          <p:cNvSpPr>
            <a:spLocks noGrp="1"/>
          </p:cNvSpPr>
          <p:nvPr>
            <p:ph type="sldNum" sz="quarter" idx="10"/>
          </p:nvPr>
        </p:nvSpPr>
        <p:spPr bwMode="auto"/>
        <p:txBody>
          <a:bodyPr/>
          <a:lstStyle/>
          <a:p>
            <a:pPr>
              <a:defRPr/>
            </a:pPr>
            <a:fld id="{56B2A28B-2789-06C3-D800-4FEC6F95F370}"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6428293" name="Slide Image Placeholder 1"/>
          <p:cNvSpPr>
            <a:spLocks noChangeAspect="1" noGrp="1" noRot="1"/>
          </p:cNvSpPr>
          <p:nvPr>
            <p:ph type="sldImg"/>
          </p:nvPr>
        </p:nvSpPr>
        <p:spPr bwMode="auto"/>
      </p:sp>
      <p:sp>
        <p:nvSpPr>
          <p:cNvPr id="369785220" name="Notes Placeholder 2"/>
          <p:cNvSpPr>
            <a:spLocks noGrp="1"/>
          </p:cNvSpPr>
          <p:nvPr>
            <p:ph type="body" idx="1"/>
          </p:nvPr>
        </p:nvSpPr>
        <p:spPr bwMode="auto"/>
        <p:txBody>
          <a:bodyPr/>
          <a:lstStyle/>
          <a:p>
            <a:pPr>
              <a:defRPr/>
            </a:pPr>
            <a:endParaRPr/>
          </a:p>
        </p:txBody>
      </p:sp>
      <p:sp>
        <p:nvSpPr>
          <p:cNvPr id="534472160" name="Slide Number Placeholder 3"/>
          <p:cNvSpPr>
            <a:spLocks noGrp="1"/>
          </p:cNvSpPr>
          <p:nvPr>
            <p:ph type="sldNum" sz="quarter" idx="10"/>
          </p:nvPr>
        </p:nvSpPr>
        <p:spPr bwMode="auto"/>
        <p:txBody>
          <a:bodyPr/>
          <a:lstStyle/>
          <a:p>
            <a:pPr>
              <a:defRPr/>
            </a:pPr>
            <a:fld id="{BECE6BAD-C6AE-DAB5-C5D8-549A123517A7}"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48946558" name="Slide Image Placeholder 1"/>
          <p:cNvSpPr>
            <a:spLocks noChangeAspect="1" noGrp="1" noRot="1"/>
          </p:cNvSpPr>
          <p:nvPr>
            <p:ph type="sldImg"/>
          </p:nvPr>
        </p:nvSpPr>
        <p:spPr bwMode="auto"/>
      </p:sp>
      <p:sp>
        <p:nvSpPr>
          <p:cNvPr id="2002789323" name="Notes Placeholder 2"/>
          <p:cNvSpPr>
            <a:spLocks noGrp="1"/>
          </p:cNvSpPr>
          <p:nvPr>
            <p:ph type="body" idx="1"/>
          </p:nvPr>
        </p:nvSpPr>
        <p:spPr bwMode="auto"/>
        <p:txBody>
          <a:bodyPr/>
          <a:lstStyle/>
          <a:p>
            <a:pPr>
              <a:defRPr/>
            </a:pPr>
            <a:endParaRPr/>
          </a:p>
        </p:txBody>
      </p:sp>
      <p:sp>
        <p:nvSpPr>
          <p:cNvPr id="1855843525" name="Slide Number Placeholder 3"/>
          <p:cNvSpPr>
            <a:spLocks noGrp="1"/>
          </p:cNvSpPr>
          <p:nvPr>
            <p:ph type="sldNum" sz="quarter" idx="10"/>
          </p:nvPr>
        </p:nvSpPr>
        <p:spPr bwMode="auto"/>
        <p:txBody>
          <a:bodyPr/>
          <a:lstStyle/>
          <a:p>
            <a:pPr>
              <a:defRPr/>
            </a:pPr>
            <a:fld id="{31AAB544-11F8-82DD-2491-A45F6CD0DD9A}"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2319291" name="Slide Image Placeholder 1"/>
          <p:cNvSpPr>
            <a:spLocks noChangeAspect="1" noGrp="1" noRot="1"/>
          </p:cNvSpPr>
          <p:nvPr>
            <p:ph type="sldImg"/>
          </p:nvPr>
        </p:nvSpPr>
        <p:spPr bwMode="auto"/>
      </p:sp>
      <p:sp>
        <p:nvSpPr>
          <p:cNvPr id="1941592393" name="Notes Placeholder 2"/>
          <p:cNvSpPr>
            <a:spLocks noGrp="1"/>
          </p:cNvSpPr>
          <p:nvPr>
            <p:ph type="body" idx="1"/>
          </p:nvPr>
        </p:nvSpPr>
        <p:spPr bwMode="auto"/>
        <p:txBody>
          <a:bodyPr/>
          <a:lstStyle/>
          <a:p>
            <a:pPr>
              <a:defRPr/>
            </a:pPr>
            <a:endParaRPr/>
          </a:p>
        </p:txBody>
      </p:sp>
      <p:sp>
        <p:nvSpPr>
          <p:cNvPr id="91287830" name="Slide Number Placeholder 3"/>
          <p:cNvSpPr>
            <a:spLocks noGrp="1"/>
          </p:cNvSpPr>
          <p:nvPr>
            <p:ph type="sldNum" sz="quarter" idx="10"/>
          </p:nvPr>
        </p:nvSpPr>
        <p:spPr bwMode="auto"/>
        <p:txBody>
          <a:bodyPr/>
          <a:lstStyle/>
          <a:p>
            <a:pPr>
              <a:defRPr/>
            </a:pPr>
            <a:fld id="{7A5EC34D-6511-72CB-B5A6-4D9A8BE880A4}"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717936" name="Slide Image Placeholder 1"/>
          <p:cNvSpPr>
            <a:spLocks noChangeAspect="1" noGrp="1" noRot="1"/>
          </p:cNvSpPr>
          <p:nvPr>
            <p:ph type="sldImg"/>
          </p:nvPr>
        </p:nvSpPr>
        <p:spPr bwMode="auto"/>
      </p:sp>
      <p:sp>
        <p:nvSpPr>
          <p:cNvPr id="744567030" name="Notes Placeholder 2"/>
          <p:cNvSpPr>
            <a:spLocks noGrp="1"/>
          </p:cNvSpPr>
          <p:nvPr>
            <p:ph type="body" idx="1"/>
          </p:nvPr>
        </p:nvSpPr>
        <p:spPr bwMode="auto"/>
        <p:txBody>
          <a:bodyPr/>
          <a:lstStyle/>
          <a:p>
            <a:pPr>
              <a:defRPr/>
            </a:pPr>
            <a:endParaRPr/>
          </a:p>
        </p:txBody>
      </p:sp>
      <p:sp>
        <p:nvSpPr>
          <p:cNvPr id="375031092" name="Slide Number Placeholder 3"/>
          <p:cNvSpPr>
            <a:spLocks noGrp="1"/>
          </p:cNvSpPr>
          <p:nvPr>
            <p:ph type="sldNum" sz="quarter" idx="10"/>
          </p:nvPr>
        </p:nvSpPr>
        <p:spPr bwMode="auto"/>
        <p:txBody>
          <a:bodyPr/>
          <a:lstStyle/>
          <a:p>
            <a:pPr>
              <a:defRPr/>
            </a:pPr>
            <a:fld id="{182F23F1-93D8-F522-3CFC-1087C955C73E}"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5354426" name="Slide Image Placeholder 1"/>
          <p:cNvSpPr>
            <a:spLocks noChangeAspect="1" noGrp="1" noRot="1"/>
          </p:cNvSpPr>
          <p:nvPr>
            <p:ph type="sldImg"/>
          </p:nvPr>
        </p:nvSpPr>
        <p:spPr bwMode="auto"/>
      </p:sp>
      <p:sp>
        <p:nvSpPr>
          <p:cNvPr id="106141844" name="Notes Placeholder 2"/>
          <p:cNvSpPr>
            <a:spLocks noGrp="1"/>
          </p:cNvSpPr>
          <p:nvPr>
            <p:ph type="body" idx="1"/>
          </p:nvPr>
        </p:nvSpPr>
        <p:spPr bwMode="auto"/>
        <p:txBody>
          <a:bodyPr/>
          <a:lstStyle/>
          <a:p>
            <a:pPr>
              <a:defRPr/>
            </a:pPr>
            <a:endParaRPr/>
          </a:p>
        </p:txBody>
      </p:sp>
      <p:sp>
        <p:nvSpPr>
          <p:cNvPr id="142759444" name="Slide Number Placeholder 3"/>
          <p:cNvSpPr>
            <a:spLocks noGrp="1"/>
          </p:cNvSpPr>
          <p:nvPr>
            <p:ph type="sldNum" sz="quarter" idx="10"/>
          </p:nvPr>
        </p:nvSpPr>
        <p:spPr bwMode="auto"/>
        <p:txBody>
          <a:bodyPr/>
          <a:lstStyle/>
          <a:p>
            <a:pPr>
              <a:defRPr/>
            </a:pPr>
            <a:fld id="{EE9B407F-7B98-2143-DA88-16B22373034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4640986" name="Slide Image Placeholder 1"/>
          <p:cNvSpPr>
            <a:spLocks noChangeAspect="1" noGrp="1" noRot="1"/>
          </p:cNvSpPr>
          <p:nvPr>
            <p:ph type="sldImg"/>
          </p:nvPr>
        </p:nvSpPr>
        <p:spPr bwMode="auto"/>
      </p:sp>
      <p:sp>
        <p:nvSpPr>
          <p:cNvPr id="1025332207" name="Notes Placeholder 2"/>
          <p:cNvSpPr>
            <a:spLocks noGrp="1"/>
          </p:cNvSpPr>
          <p:nvPr>
            <p:ph type="body" idx="1"/>
          </p:nvPr>
        </p:nvSpPr>
        <p:spPr bwMode="auto"/>
        <p:txBody>
          <a:bodyPr/>
          <a:lstStyle/>
          <a:p>
            <a:pPr>
              <a:defRPr/>
            </a:pPr>
            <a:endParaRPr/>
          </a:p>
        </p:txBody>
      </p:sp>
      <p:sp>
        <p:nvSpPr>
          <p:cNvPr id="1968343194" name="Slide Number Placeholder 3"/>
          <p:cNvSpPr>
            <a:spLocks noGrp="1"/>
          </p:cNvSpPr>
          <p:nvPr>
            <p:ph type="sldNum" sz="quarter" idx="10"/>
          </p:nvPr>
        </p:nvSpPr>
        <p:spPr bwMode="auto"/>
        <p:txBody>
          <a:bodyPr/>
          <a:lstStyle/>
          <a:p>
            <a:pPr>
              <a:defRPr/>
            </a:pPr>
            <a:fld id="{B40891C3-7952-7FF1-EE1C-FE23215183BB}"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9491647" name="Slide Image Placeholder 1"/>
          <p:cNvSpPr>
            <a:spLocks noChangeAspect="1" noGrp="1" noRot="1"/>
          </p:cNvSpPr>
          <p:nvPr>
            <p:ph type="sldImg"/>
          </p:nvPr>
        </p:nvSpPr>
        <p:spPr bwMode="auto"/>
      </p:sp>
      <p:sp>
        <p:nvSpPr>
          <p:cNvPr id="1421760275" name="Notes Placeholder 2"/>
          <p:cNvSpPr>
            <a:spLocks noGrp="1"/>
          </p:cNvSpPr>
          <p:nvPr>
            <p:ph type="body" idx="1"/>
          </p:nvPr>
        </p:nvSpPr>
        <p:spPr bwMode="auto"/>
        <p:txBody>
          <a:bodyPr/>
          <a:lstStyle/>
          <a:p>
            <a:pPr>
              <a:defRPr/>
            </a:pPr>
            <a:endParaRPr/>
          </a:p>
        </p:txBody>
      </p:sp>
      <p:sp>
        <p:nvSpPr>
          <p:cNvPr id="1051730901" name="Slide Number Placeholder 3"/>
          <p:cNvSpPr>
            <a:spLocks noGrp="1"/>
          </p:cNvSpPr>
          <p:nvPr>
            <p:ph type="sldNum" sz="quarter" idx="10"/>
          </p:nvPr>
        </p:nvSpPr>
        <p:spPr bwMode="auto"/>
        <p:txBody>
          <a:bodyPr/>
          <a:lstStyle/>
          <a:p>
            <a:pPr>
              <a:defRPr/>
            </a:pPr>
            <a:fld id="{1B0319CF-09F7-7AE6-9B7B-37879DE554F7}"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584718" name="Slide Image Placeholder 1"/>
          <p:cNvSpPr>
            <a:spLocks noChangeAspect="1" noGrp="1" noRot="1"/>
          </p:cNvSpPr>
          <p:nvPr>
            <p:ph type="sldImg"/>
          </p:nvPr>
        </p:nvSpPr>
        <p:spPr bwMode="auto"/>
      </p:sp>
      <p:sp>
        <p:nvSpPr>
          <p:cNvPr id="1284761113" name="Notes Placeholder 2"/>
          <p:cNvSpPr>
            <a:spLocks noGrp="1"/>
          </p:cNvSpPr>
          <p:nvPr>
            <p:ph type="body" idx="1"/>
          </p:nvPr>
        </p:nvSpPr>
        <p:spPr bwMode="auto"/>
        <p:txBody>
          <a:bodyPr/>
          <a:lstStyle/>
          <a:p>
            <a:pPr>
              <a:defRPr/>
            </a:pPr>
            <a:endParaRPr/>
          </a:p>
        </p:txBody>
      </p:sp>
      <p:sp>
        <p:nvSpPr>
          <p:cNvPr id="1443831397" name="Slide Number Placeholder 3"/>
          <p:cNvSpPr>
            <a:spLocks noGrp="1"/>
          </p:cNvSpPr>
          <p:nvPr>
            <p:ph type="sldNum" sz="quarter" idx="10"/>
          </p:nvPr>
        </p:nvSpPr>
        <p:spPr bwMode="auto"/>
        <p:txBody>
          <a:bodyPr/>
          <a:lstStyle/>
          <a:p>
            <a:pPr>
              <a:defRPr/>
            </a:pPr>
            <a:fld id="{2CBD6810-0760-6E7F-E5BA-83312B026905}"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7131507" name="Slide Image Placeholder 1"/>
          <p:cNvSpPr>
            <a:spLocks noChangeAspect="1" noGrp="1" noRot="1"/>
          </p:cNvSpPr>
          <p:nvPr>
            <p:ph type="sldImg"/>
          </p:nvPr>
        </p:nvSpPr>
        <p:spPr bwMode="auto"/>
      </p:sp>
      <p:sp>
        <p:nvSpPr>
          <p:cNvPr id="108639128" name="Notes Placeholder 2"/>
          <p:cNvSpPr>
            <a:spLocks noGrp="1"/>
          </p:cNvSpPr>
          <p:nvPr>
            <p:ph type="body" idx="1"/>
          </p:nvPr>
        </p:nvSpPr>
        <p:spPr bwMode="auto"/>
        <p:txBody>
          <a:bodyPr/>
          <a:lstStyle/>
          <a:p>
            <a:pPr>
              <a:defRPr/>
            </a:pPr>
            <a:endParaRPr/>
          </a:p>
        </p:txBody>
      </p:sp>
      <p:sp>
        <p:nvSpPr>
          <p:cNvPr id="229766969" name="Slide Number Placeholder 3"/>
          <p:cNvSpPr>
            <a:spLocks noGrp="1"/>
          </p:cNvSpPr>
          <p:nvPr>
            <p:ph type="sldNum" sz="quarter" idx="10"/>
          </p:nvPr>
        </p:nvSpPr>
        <p:spPr bwMode="auto"/>
        <p:txBody>
          <a:bodyPr/>
          <a:lstStyle/>
          <a:p>
            <a:pPr>
              <a:defRPr/>
            </a:pPr>
            <a:fld id="{327D6435-C3A0-028E-D8B6-BA825F2324E1}"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743137" name="Slide Image Placeholder 1"/>
          <p:cNvSpPr>
            <a:spLocks noChangeAspect="1" noGrp="1" noRot="1"/>
          </p:cNvSpPr>
          <p:nvPr>
            <p:ph type="sldImg"/>
          </p:nvPr>
        </p:nvSpPr>
        <p:spPr bwMode="auto"/>
      </p:sp>
      <p:sp>
        <p:nvSpPr>
          <p:cNvPr id="1010846296" name="Notes Placeholder 2"/>
          <p:cNvSpPr>
            <a:spLocks noGrp="1"/>
          </p:cNvSpPr>
          <p:nvPr>
            <p:ph type="body" idx="1"/>
          </p:nvPr>
        </p:nvSpPr>
        <p:spPr bwMode="auto"/>
        <p:txBody>
          <a:bodyPr/>
          <a:lstStyle/>
          <a:p>
            <a:pPr>
              <a:defRPr/>
            </a:pPr>
            <a:endParaRPr/>
          </a:p>
        </p:txBody>
      </p:sp>
      <p:sp>
        <p:nvSpPr>
          <p:cNvPr id="1347026412" name="Slide Number Placeholder 3"/>
          <p:cNvSpPr>
            <a:spLocks noGrp="1"/>
          </p:cNvSpPr>
          <p:nvPr>
            <p:ph type="sldNum" sz="quarter" idx="10"/>
          </p:nvPr>
        </p:nvSpPr>
        <p:spPr bwMode="auto"/>
        <p:txBody>
          <a:bodyPr/>
          <a:lstStyle/>
          <a:p>
            <a:pPr>
              <a:defRPr/>
            </a:pPr>
            <a:fld id="{57177AEA-8944-34A9-988D-67C9A4AF8243}"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8230218" name="Slide Image Placeholder 1"/>
          <p:cNvSpPr>
            <a:spLocks noChangeAspect="1" noGrp="1" noRot="1"/>
          </p:cNvSpPr>
          <p:nvPr>
            <p:ph type="sldImg"/>
          </p:nvPr>
        </p:nvSpPr>
        <p:spPr bwMode="auto"/>
      </p:sp>
      <p:sp>
        <p:nvSpPr>
          <p:cNvPr id="1122657261" name="Notes Placeholder 2"/>
          <p:cNvSpPr>
            <a:spLocks noGrp="1"/>
          </p:cNvSpPr>
          <p:nvPr>
            <p:ph type="body" idx="1"/>
          </p:nvPr>
        </p:nvSpPr>
        <p:spPr bwMode="auto"/>
        <p:txBody>
          <a:bodyPr/>
          <a:lstStyle/>
          <a:p>
            <a:pPr>
              <a:defRPr/>
            </a:pPr>
            <a:endParaRPr/>
          </a:p>
        </p:txBody>
      </p:sp>
      <p:sp>
        <p:nvSpPr>
          <p:cNvPr id="1760972335" name="Slide Number Placeholder 3"/>
          <p:cNvSpPr>
            <a:spLocks noGrp="1"/>
          </p:cNvSpPr>
          <p:nvPr>
            <p:ph type="sldNum" sz="quarter" idx="10"/>
          </p:nvPr>
        </p:nvSpPr>
        <p:spPr bwMode="auto"/>
        <p:txBody>
          <a:bodyPr/>
          <a:lstStyle/>
          <a:p>
            <a:pPr>
              <a:defRPr/>
            </a:pPr>
            <a:fld id="{4F7D4CCB-3F07-9FEA-5E69-07CE53C591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6619161" name="Slide Image Placeholder 1"/>
          <p:cNvSpPr>
            <a:spLocks noChangeAspect="1" noGrp="1" noRot="1"/>
          </p:cNvSpPr>
          <p:nvPr>
            <p:ph type="sldImg"/>
          </p:nvPr>
        </p:nvSpPr>
        <p:spPr bwMode="auto"/>
      </p:sp>
      <p:sp>
        <p:nvSpPr>
          <p:cNvPr id="1300239858" name="Notes Placeholder 2"/>
          <p:cNvSpPr>
            <a:spLocks noGrp="1"/>
          </p:cNvSpPr>
          <p:nvPr>
            <p:ph type="body" idx="1"/>
          </p:nvPr>
        </p:nvSpPr>
        <p:spPr bwMode="auto"/>
        <p:txBody>
          <a:bodyPr/>
          <a:lstStyle/>
          <a:p>
            <a:pPr>
              <a:defRPr/>
            </a:pPr>
            <a:endParaRPr/>
          </a:p>
        </p:txBody>
      </p:sp>
      <p:sp>
        <p:nvSpPr>
          <p:cNvPr id="333282892" name="Slide Number Placeholder 3"/>
          <p:cNvSpPr>
            <a:spLocks noGrp="1"/>
          </p:cNvSpPr>
          <p:nvPr>
            <p:ph type="sldNum" sz="quarter" idx="10"/>
          </p:nvPr>
        </p:nvSpPr>
        <p:spPr bwMode="auto"/>
        <p:txBody>
          <a:bodyPr/>
          <a:lstStyle/>
          <a:p>
            <a:pPr>
              <a:defRPr/>
            </a:pPr>
            <a:fld id="{7A3149AE-91C0-09E8-3CC8-C4CB2216CC2D}"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7388245" name="Slide Image Placeholder 1"/>
          <p:cNvSpPr>
            <a:spLocks noChangeAspect="1" noGrp="1" noRot="1"/>
          </p:cNvSpPr>
          <p:nvPr>
            <p:ph type="sldImg"/>
          </p:nvPr>
        </p:nvSpPr>
        <p:spPr bwMode="auto"/>
      </p:sp>
      <p:sp>
        <p:nvSpPr>
          <p:cNvPr id="1335852512" name="Notes Placeholder 2"/>
          <p:cNvSpPr>
            <a:spLocks noGrp="1"/>
          </p:cNvSpPr>
          <p:nvPr>
            <p:ph type="body" idx="1"/>
          </p:nvPr>
        </p:nvSpPr>
        <p:spPr bwMode="auto"/>
        <p:txBody>
          <a:bodyPr/>
          <a:lstStyle/>
          <a:p>
            <a:pPr>
              <a:defRPr/>
            </a:pPr>
            <a:endParaRPr/>
          </a:p>
        </p:txBody>
      </p:sp>
      <p:sp>
        <p:nvSpPr>
          <p:cNvPr id="1855638653" name="Slide Number Placeholder 3"/>
          <p:cNvSpPr>
            <a:spLocks noGrp="1"/>
          </p:cNvSpPr>
          <p:nvPr>
            <p:ph type="sldNum" sz="quarter" idx="10"/>
          </p:nvPr>
        </p:nvSpPr>
        <p:spPr bwMode="auto"/>
        <p:txBody>
          <a:bodyPr/>
          <a:lstStyle/>
          <a:p>
            <a:pPr>
              <a:defRPr/>
            </a:pPr>
            <a:fld id="{0C649783-BB34-CFF3-70ED-9BF5F0D98AF5}"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9015720" name="Slide Image Placeholder 1"/>
          <p:cNvSpPr>
            <a:spLocks noChangeAspect="1" noGrp="1" noRot="1"/>
          </p:cNvSpPr>
          <p:nvPr>
            <p:ph type="sldImg"/>
          </p:nvPr>
        </p:nvSpPr>
        <p:spPr bwMode="auto"/>
      </p:sp>
      <p:sp>
        <p:nvSpPr>
          <p:cNvPr id="1386011719" name="Notes Placeholder 2"/>
          <p:cNvSpPr>
            <a:spLocks noGrp="1"/>
          </p:cNvSpPr>
          <p:nvPr>
            <p:ph type="body" idx="1"/>
          </p:nvPr>
        </p:nvSpPr>
        <p:spPr bwMode="auto"/>
        <p:txBody>
          <a:bodyPr/>
          <a:lstStyle/>
          <a:p>
            <a:pPr>
              <a:defRPr/>
            </a:pPr>
            <a:endParaRPr/>
          </a:p>
        </p:txBody>
      </p:sp>
      <p:sp>
        <p:nvSpPr>
          <p:cNvPr id="188903706" name="Slide Number Placeholder 3"/>
          <p:cNvSpPr>
            <a:spLocks noGrp="1"/>
          </p:cNvSpPr>
          <p:nvPr>
            <p:ph type="sldNum" sz="quarter" idx="10"/>
          </p:nvPr>
        </p:nvSpPr>
        <p:spPr bwMode="auto"/>
        <p:txBody>
          <a:bodyPr/>
          <a:lstStyle/>
          <a:p>
            <a:pPr>
              <a:defRPr/>
            </a:pPr>
            <a:fld id="{C6E8843A-250F-BF32-D88B-FFE2CDB2BCC0}"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6282609" name="Slide Image Placeholder 1"/>
          <p:cNvSpPr>
            <a:spLocks noChangeAspect="1" noGrp="1" noRot="1"/>
          </p:cNvSpPr>
          <p:nvPr>
            <p:ph type="sldImg"/>
          </p:nvPr>
        </p:nvSpPr>
        <p:spPr bwMode="auto"/>
      </p:sp>
      <p:sp>
        <p:nvSpPr>
          <p:cNvPr id="193427869" name="Notes Placeholder 2"/>
          <p:cNvSpPr>
            <a:spLocks noGrp="1"/>
          </p:cNvSpPr>
          <p:nvPr>
            <p:ph type="body" idx="1"/>
          </p:nvPr>
        </p:nvSpPr>
        <p:spPr bwMode="auto"/>
        <p:txBody>
          <a:bodyPr/>
          <a:lstStyle/>
          <a:p>
            <a:pPr>
              <a:defRPr/>
            </a:pPr>
            <a:endParaRPr/>
          </a:p>
        </p:txBody>
      </p:sp>
      <p:sp>
        <p:nvSpPr>
          <p:cNvPr id="1168524497" name="Slide Number Placeholder 3"/>
          <p:cNvSpPr>
            <a:spLocks noGrp="1"/>
          </p:cNvSpPr>
          <p:nvPr>
            <p:ph type="sldNum" sz="quarter" idx="10"/>
          </p:nvPr>
        </p:nvSpPr>
        <p:spPr bwMode="auto"/>
        <p:txBody>
          <a:bodyPr/>
          <a:lstStyle/>
          <a:p>
            <a:pPr>
              <a:defRPr/>
            </a:pPr>
            <a:fld id="{67907B78-94AF-6AA1-299B-963EA8C8834C}"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74332849" name="Slide Image Placeholder 1"/>
          <p:cNvSpPr>
            <a:spLocks noChangeAspect="1" noGrp="1" noRot="1"/>
          </p:cNvSpPr>
          <p:nvPr>
            <p:ph type="sldImg"/>
          </p:nvPr>
        </p:nvSpPr>
        <p:spPr bwMode="auto"/>
      </p:sp>
      <p:sp>
        <p:nvSpPr>
          <p:cNvPr id="2016549666" name="Notes Placeholder 2"/>
          <p:cNvSpPr>
            <a:spLocks noGrp="1"/>
          </p:cNvSpPr>
          <p:nvPr>
            <p:ph type="body" idx="1"/>
          </p:nvPr>
        </p:nvSpPr>
        <p:spPr bwMode="auto"/>
        <p:txBody>
          <a:bodyPr/>
          <a:lstStyle/>
          <a:p>
            <a:pPr>
              <a:defRPr/>
            </a:pPr>
            <a:endParaRPr/>
          </a:p>
        </p:txBody>
      </p:sp>
      <p:sp>
        <p:nvSpPr>
          <p:cNvPr id="1515293266" name="Slide Number Placeholder 3"/>
          <p:cNvSpPr>
            <a:spLocks noGrp="1"/>
          </p:cNvSpPr>
          <p:nvPr>
            <p:ph type="sldNum" sz="quarter" idx="10"/>
          </p:nvPr>
        </p:nvSpPr>
        <p:spPr bwMode="auto"/>
        <p:txBody>
          <a:bodyPr/>
          <a:lstStyle/>
          <a:p>
            <a:pPr>
              <a:defRPr/>
            </a:pPr>
            <a:fld id="{0A5AD2A1-9104-0B76-1CCE-87EF38709CF0}"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0604683" name="Slide Image Placeholder 1"/>
          <p:cNvSpPr>
            <a:spLocks noChangeAspect="1" noGrp="1" noRot="1"/>
          </p:cNvSpPr>
          <p:nvPr>
            <p:ph type="sldImg"/>
          </p:nvPr>
        </p:nvSpPr>
        <p:spPr bwMode="auto"/>
      </p:sp>
      <p:sp>
        <p:nvSpPr>
          <p:cNvPr id="563734055" name="Notes Placeholder 2"/>
          <p:cNvSpPr>
            <a:spLocks noGrp="1"/>
          </p:cNvSpPr>
          <p:nvPr>
            <p:ph type="body" idx="1"/>
          </p:nvPr>
        </p:nvSpPr>
        <p:spPr bwMode="auto"/>
        <p:txBody>
          <a:bodyPr/>
          <a:lstStyle/>
          <a:p>
            <a:pPr>
              <a:defRPr/>
            </a:pPr>
            <a:endParaRPr/>
          </a:p>
        </p:txBody>
      </p:sp>
      <p:sp>
        <p:nvSpPr>
          <p:cNvPr id="566247552" name="Slide Number Placeholder 3"/>
          <p:cNvSpPr>
            <a:spLocks noGrp="1"/>
          </p:cNvSpPr>
          <p:nvPr>
            <p:ph type="sldNum" sz="quarter" idx="10"/>
          </p:nvPr>
        </p:nvSpPr>
        <p:spPr bwMode="auto"/>
        <p:txBody>
          <a:bodyPr/>
          <a:lstStyle/>
          <a:p>
            <a:pPr>
              <a:defRPr/>
            </a:pPr>
            <a:fld id="{046D7A66-DFEF-7A8D-1DCF-2E1B33006C40}"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6715869" name="Slide Image Placeholder 1"/>
          <p:cNvSpPr>
            <a:spLocks noChangeAspect="1" noGrp="1" noRot="1"/>
          </p:cNvSpPr>
          <p:nvPr>
            <p:ph type="sldImg"/>
          </p:nvPr>
        </p:nvSpPr>
        <p:spPr bwMode="auto"/>
      </p:sp>
      <p:sp>
        <p:nvSpPr>
          <p:cNvPr id="286161342" name="Notes Placeholder 2"/>
          <p:cNvSpPr>
            <a:spLocks noGrp="1"/>
          </p:cNvSpPr>
          <p:nvPr>
            <p:ph type="body" idx="1"/>
          </p:nvPr>
        </p:nvSpPr>
        <p:spPr bwMode="auto"/>
        <p:txBody>
          <a:bodyPr/>
          <a:lstStyle/>
          <a:p>
            <a:pPr>
              <a:defRPr/>
            </a:pPr>
            <a:endParaRPr/>
          </a:p>
        </p:txBody>
      </p:sp>
      <p:sp>
        <p:nvSpPr>
          <p:cNvPr id="336562235" name="Slide Number Placeholder 3"/>
          <p:cNvSpPr>
            <a:spLocks noGrp="1"/>
          </p:cNvSpPr>
          <p:nvPr>
            <p:ph type="sldNum" sz="quarter" idx="10"/>
          </p:nvPr>
        </p:nvSpPr>
        <p:spPr bwMode="auto"/>
        <p:txBody>
          <a:bodyPr/>
          <a:lstStyle/>
          <a:p>
            <a:pPr>
              <a:defRPr/>
            </a:pPr>
            <a:fld id="{5EC44FA2-E5C5-AFE2-7A7C-58FC2471EA04}"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4C3FB6D-D5C3-8DA2-D4D7-74E2E9985BB0}"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1571965" name="Slide Image Placeholder 1"/>
          <p:cNvSpPr>
            <a:spLocks noChangeAspect="1" noGrp="1" noRot="1"/>
          </p:cNvSpPr>
          <p:nvPr>
            <p:ph type="sldImg"/>
          </p:nvPr>
        </p:nvSpPr>
        <p:spPr bwMode="auto"/>
      </p:sp>
      <p:sp>
        <p:nvSpPr>
          <p:cNvPr id="1949005451" name="Notes Placeholder 2"/>
          <p:cNvSpPr>
            <a:spLocks noGrp="1"/>
          </p:cNvSpPr>
          <p:nvPr>
            <p:ph type="body" idx="1"/>
          </p:nvPr>
        </p:nvSpPr>
        <p:spPr bwMode="auto"/>
        <p:txBody>
          <a:bodyPr/>
          <a:lstStyle/>
          <a:p>
            <a:pPr>
              <a:defRPr/>
            </a:pPr>
            <a:endParaRPr/>
          </a:p>
        </p:txBody>
      </p:sp>
      <p:sp>
        <p:nvSpPr>
          <p:cNvPr id="1065802161" name="Slide Number Placeholder 3"/>
          <p:cNvSpPr>
            <a:spLocks noGrp="1"/>
          </p:cNvSpPr>
          <p:nvPr>
            <p:ph type="sldNum" sz="quarter" idx="10"/>
          </p:nvPr>
        </p:nvSpPr>
        <p:spPr bwMode="auto"/>
        <p:txBody>
          <a:bodyPr/>
          <a:lstStyle/>
          <a:p>
            <a:pPr>
              <a:defRPr/>
            </a:pPr>
            <a:fld id="{CF9FD102-C42C-D985-1C9D-66E97F50949C}"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9210788" name="Slide Image Placeholder 1"/>
          <p:cNvSpPr>
            <a:spLocks noChangeAspect="1" noGrp="1" noRot="1"/>
          </p:cNvSpPr>
          <p:nvPr>
            <p:ph type="sldImg"/>
          </p:nvPr>
        </p:nvSpPr>
        <p:spPr bwMode="auto"/>
      </p:sp>
      <p:sp>
        <p:nvSpPr>
          <p:cNvPr id="433518681" name="Notes Placeholder 2"/>
          <p:cNvSpPr>
            <a:spLocks noGrp="1"/>
          </p:cNvSpPr>
          <p:nvPr>
            <p:ph type="body" idx="1"/>
          </p:nvPr>
        </p:nvSpPr>
        <p:spPr bwMode="auto"/>
        <p:txBody>
          <a:bodyPr/>
          <a:lstStyle/>
          <a:p>
            <a:pPr>
              <a:defRPr/>
            </a:pPr>
            <a:endParaRPr/>
          </a:p>
        </p:txBody>
      </p:sp>
      <p:sp>
        <p:nvSpPr>
          <p:cNvPr id="1788610809" name="Slide Number Placeholder 3"/>
          <p:cNvSpPr>
            <a:spLocks noGrp="1"/>
          </p:cNvSpPr>
          <p:nvPr>
            <p:ph type="sldNum" sz="quarter" idx="10"/>
          </p:nvPr>
        </p:nvSpPr>
        <p:spPr bwMode="auto"/>
        <p:txBody>
          <a:bodyPr/>
          <a:lstStyle/>
          <a:p>
            <a:pPr>
              <a:defRPr/>
            </a:pPr>
            <a:fld id="{E74E85EF-7806-1EC1-7AD4-D06CAA9DC725}"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4997520" name="Slide Image Placeholder 1"/>
          <p:cNvSpPr>
            <a:spLocks noChangeAspect="1" noGrp="1" noRot="1"/>
          </p:cNvSpPr>
          <p:nvPr>
            <p:ph type="sldImg"/>
          </p:nvPr>
        </p:nvSpPr>
        <p:spPr bwMode="auto"/>
      </p:sp>
      <p:sp>
        <p:nvSpPr>
          <p:cNvPr id="1828820334" name="Notes Placeholder 2"/>
          <p:cNvSpPr>
            <a:spLocks noGrp="1"/>
          </p:cNvSpPr>
          <p:nvPr>
            <p:ph type="body" idx="1"/>
          </p:nvPr>
        </p:nvSpPr>
        <p:spPr bwMode="auto"/>
        <p:txBody>
          <a:bodyPr/>
          <a:lstStyle/>
          <a:p>
            <a:pPr>
              <a:defRPr/>
            </a:pPr>
            <a:endParaRPr/>
          </a:p>
        </p:txBody>
      </p:sp>
      <p:sp>
        <p:nvSpPr>
          <p:cNvPr id="1717968893" name="Slide Number Placeholder 3"/>
          <p:cNvSpPr>
            <a:spLocks noGrp="1"/>
          </p:cNvSpPr>
          <p:nvPr>
            <p:ph type="sldNum" sz="quarter" idx="10"/>
          </p:nvPr>
        </p:nvSpPr>
        <p:spPr bwMode="auto"/>
        <p:txBody>
          <a:bodyPr/>
          <a:lstStyle/>
          <a:p>
            <a:pPr>
              <a:defRPr/>
            </a:pPr>
            <a:fld id="{B89C5261-7EA2-0780-636B-3C620D94A352}"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0475171" name="Slide Image Placeholder 1"/>
          <p:cNvSpPr>
            <a:spLocks noChangeAspect="1" noGrp="1" noRot="1"/>
          </p:cNvSpPr>
          <p:nvPr>
            <p:ph type="sldImg"/>
          </p:nvPr>
        </p:nvSpPr>
        <p:spPr bwMode="auto"/>
      </p:sp>
      <p:sp>
        <p:nvSpPr>
          <p:cNvPr id="629359216" name="Notes Placeholder 2"/>
          <p:cNvSpPr>
            <a:spLocks noGrp="1"/>
          </p:cNvSpPr>
          <p:nvPr>
            <p:ph type="body" idx="1"/>
          </p:nvPr>
        </p:nvSpPr>
        <p:spPr bwMode="auto"/>
        <p:txBody>
          <a:bodyPr/>
          <a:lstStyle/>
          <a:p>
            <a:pPr>
              <a:defRPr/>
            </a:pPr>
            <a:endParaRPr/>
          </a:p>
        </p:txBody>
      </p:sp>
      <p:sp>
        <p:nvSpPr>
          <p:cNvPr id="531406056" name="Slide Number Placeholder 3"/>
          <p:cNvSpPr>
            <a:spLocks noGrp="1"/>
          </p:cNvSpPr>
          <p:nvPr>
            <p:ph type="sldNum" sz="quarter" idx="10"/>
          </p:nvPr>
        </p:nvSpPr>
        <p:spPr bwMode="auto"/>
        <p:txBody>
          <a:bodyPr/>
          <a:lstStyle/>
          <a:p>
            <a:pPr>
              <a:defRPr/>
            </a:pPr>
            <a:fld id="{56F08B60-7122-7E23-B7B0-813370D46BD6}"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830199" name="Slide Image Placeholder 1"/>
          <p:cNvSpPr>
            <a:spLocks noChangeAspect="1" noGrp="1" noRot="1"/>
          </p:cNvSpPr>
          <p:nvPr>
            <p:ph type="sldImg"/>
          </p:nvPr>
        </p:nvSpPr>
        <p:spPr bwMode="auto"/>
      </p:sp>
      <p:sp>
        <p:nvSpPr>
          <p:cNvPr id="1772749074" name="Notes Placeholder 2"/>
          <p:cNvSpPr>
            <a:spLocks noGrp="1"/>
          </p:cNvSpPr>
          <p:nvPr>
            <p:ph type="body" idx="1"/>
          </p:nvPr>
        </p:nvSpPr>
        <p:spPr bwMode="auto"/>
        <p:txBody>
          <a:bodyPr/>
          <a:lstStyle/>
          <a:p>
            <a:pPr>
              <a:defRPr/>
            </a:pPr>
            <a:endParaRPr/>
          </a:p>
        </p:txBody>
      </p:sp>
      <p:sp>
        <p:nvSpPr>
          <p:cNvPr id="478508838" name="Slide Number Placeholder 3"/>
          <p:cNvSpPr>
            <a:spLocks noGrp="1"/>
          </p:cNvSpPr>
          <p:nvPr>
            <p:ph type="sldNum" sz="quarter" idx="10"/>
          </p:nvPr>
        </p:nvSpPr>
        <p:spPr bwMode="auto"/>
        <p:txBody>
          <a:bodyPr/>
          <a:lstStyle/>
          <a:p>
            <a:pPr>
              <a:defRPr/>
            </a:pPr>
            <a:fld id="{525F52BA-4D3D-7541-B029-1A55DA945AD5}"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1425352" name="Slide Image Placeholder 1"/>
          <p:cNvSpPr>
            <a:spLocks noChangeAspect="1" noGrp="1" noRot="1"/>
          </p:cNvSpPr>
          <p:nvPr>
            <p:ph type="sldImg"/>
          </p:nvPr>
        </p:nvSpPr>
        <p:spPr bwMode="auto"/>
      </p:sp>
      <p:sp>
        <p:nvSpPr>
          <p:cNvPr id="385291621" name="Notes Placeholder 2"/>
          <p:cNvSpPr>
            <a:spLocks noGrp="1"/>
          </p:cNvSpPr>
          <p:nvPr>
            <p:ph type="body" idx="1"/>
          </p:nvPr>
        </p:nvSpPr>
        <p:spPr bwMode="auto"/>
        <p:txBody>
          <a:bodyPr/>
          <a:lstStyle/>
          <a:p>
            <a:pPr>
              <a:defRPr/>
            </a:pPr>
            <a:endParaRPr/>
          </a:p>
        </p:txBody>
      </p:sp>
      <p:sp>
        <p:nvSpPr>
          <p:cNvPr id="690495280" name="Slide Number Placeholder 3"/>
          <p:cNvSpPr>
            <a:spLocks noGrp="1"/>
          </p:cNvSpPr>
          <p:nvPr>
            <p:ph type="sldNum" sz="quarter" idx="10"/>
          </p:nvPr>
        </p:nvSpPr>
        <p:spPr bwMode="auto"/>
        <p:txBody>
          <a:bodyPr/>
          <a:lstStyle/>
          <a:p>
            <a:pPr>
              <a:defRPr/>
            </a:pPr>
            <a:fld id="{A5312181-8583-BA59-E9BA-F73F4B72ECB4}"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9181511" name="Slide Image Placeholder 1"/>
          <p:cNvSpPr>
            <a:spLocks noChangeAspect="1" noGrp="1" noRot="1"/>
          </p:cNvSpPr>
          <p:nvPr>
            <p:ph type="sldImg"/>
          </p:nvPr>
        </p:nvSpPr>
        <p:spPr bwMode="auto"/>
      </p:sp>
      <p:sp>
        <p:nvSpPr>
          <p:cNvPr id="165327334" name="Notes Placeholder 2"/>
          <p:cNvSpPr>
            <a:spLocks noGrp="1"/>
          </p:cNvSpPr>
          <p:nvPr>
            <p:ph type="body" idx="1"/>
          </p:nvPr>
        </p:nvSpPr>
        <p:spPr bwMode="auto"/>
        <p:txBody>
          <a:bodyPr/>
          <a:lstStyle/>
          <a:p>
            <a:pPr>
              <a:defRPr/>
            </a:pPr>
            <a:endParaRPr/>
          </a:p>
        </p:txBody>
      </p:sp>
      <p:sp>
        <p:nvSpPr>
          <p:cNvPr id="1430308915" name="Slide Number Placeholder 3"/>
          <p:cNvSpPr>
            <a:spLocks noGrp="1"/>
          </p:cNvSpPr>
          <p:nvPr>
            <p:ph type="sldNum" sz="quarter" idx="10"/>
          </p:nvPr>
        </p:nvSpPr>
        <p:spPr bwMode="auto"/>
        <p:txBody>
          <a:bodyPr/>
          <a:lstStyle/>
          <a:p>
            <a:pPr>
              <a:defRPr/>
            </a:pPr>
            <a:fld id="{AE92D991-AC25-3B87-84C6-8D80ED8A165C}"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5821806" name="Slide Image Placeholder 1"/>
          <p:cNvSpPr>
            <a:spLocks noChangeAspect="1" noGrp="1" noRot="1"/>
          </p:cNvSpPr>
          <p:nvPr>
            <p:ph type="sldImg"/>
          </p:nvPr>
        </p:nvSpPr>
        <p:spPr bwMode="auto"/>
      </p:sp>
      <p:sp>
        <p:nvSpPr>
          <p:cNvPr id="508463806" name="Notes Placeholder 2"/>
          <p:cNvSpPr>
            <a:spLocks noGrp="1"/>
          </p:cNvSpPr>
          <p:nvPr>
            <p:ph type="body" idx="1"/>
          </p:nvPr>
        </p:nvSpPr>
        <p:spPr bwMode="auto"/>
        <p:txBody>
          <a:bodyPr/>
          <a:lstStyle/>
          <a:p>
            <a:pPr>
              <a:defRPr/>
            </a:pPr>
            <a:endParaRPr/>
          </a:p>
        </p:txBody>
      </p:sp>
      <p:sp>
        <p:nvSpPr>
          <p:cNvPr id="914135666" name="Slide Number Placeholder 3"/>
          <p:cNvSpPr>
            <a:spLocks noGrp="1"/>
          </p:cNvSpPr>
          <p:nvPr>
            <p:ph type="sldNum" sz="quarter" idx="10"/>
          </p:nvPr>
        </p:nvSpPr>
        <p:spPr bwMode="auto"/>
        <p:txBody>
          <a:bodyPr/>
          <a:lstStyle/>
          <a:p>
            <a:pPr>
              <a:defRPr/>
            </a:pPr>
            <a:fld id="{094DED98-CE71-6B65-DFA4-30BB416E8233}"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9648025" name="Slide Image Placeholder 1"/>
          <p:cNvSpPr>
            <a:spLocks noChangeAspect="1" noGrp="1" noRot="1"/>
          </p:cNvSpPr>
          <p:nvPr>
            <p:ph type="sldImg"/>
          </p:nvPr>
        </p:nvSpPr>
        <p:spPr bwMode="auto"/>
      </p:sp>
      <p:sp>
        <p:nvSpPr>
          <p:cNvPr id="632870304" name="Notes Placeholder 2"/>
          <p:cNvSpPr>
            <a:spLocks noGrp="1"/>
          </p:cNvSpPr>
          <p:nvPr>
            <p:ph type="body" idx="1"/>
          </p:nvPr>
        </p:nvSpPr>
        <p:spPr bwMode="auto"/>
        <p:txBody>
          <a:bodyPr/>
          <a:lstStyle/>
          <a:p>
            <a:pPr>
              <a:defRPr/>
            </a:pPr>
            <a:endParaRPr/>
          </a:p>
        </p:txBody>
      </p:sp>
      <p:sp>
        <p:nvSpPr>
          <p:cNvPr id="73036272" name="Slide Number Placeholder 3"/>
          <p:cNvSpPr>
            <a:spLocks noGrp="1"/>
          </p:cNvSpPr>
          <p:nvPr>
            <p:ph type="sldNum" sz="quarter" idx="10"/>
          </p:nvPr>
        </p:nvSpPr>
        <p:spPr bwMode="auto"/>
        <p:txBody>
          <a:bodyPr/>
          <a:lstStyle/>
          <a:p>
            <a:pPr>
              <a:defRPr/>
            </a:pPr>
            <a:fld id="{D941DC8C-4120-9CAB-4F93-70A9259B5C8F}"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4995483" name="Slide Image Placeholder 1"/>
          <p:cNvSpPr>
            <a:spLocks noChangeAspect="1" noGrp="1" noRot="1"/>
          </p:cNvSpPr>
          <p:nvPr>
            <p:ph type="sldImg"/>
          </p:nvPr>
        </p:nvSpPr>
        <p:spPr bwMode="auto"/>
      </p:sp>
      <p:sp>
        <p:nvSpPr>
          <p:cNvPr id="1811410473" name="Notes Placeholder 2"/>
          <p:cNvSpPr>
            <a:spLocks noGrp="1"/>
          </p:cNvSpPr>
          <p:nvPr>
            <p:ph type="body" idx="1"/>
          </p:nvPr>
        </p:nvSpPr>
        <p:spPr bwMode="auto"/>
        <p:txBody>
          <a:bodyPr/>
          <a:lstStyle/>
          <a:p>
            <a:pPr>
              <a:defRPr/>
            </a:pPr>
            <a:endParaRPr/>
          </a:p>
        </p:txBody>
      </p:sp>
      <p:sp>
        <p:nvSpPr>
          <p:cNvPr id="1631765018" name="Slide Number Placeholder 3"/>
          <p:cNvSpPr>
            <a:spLocks noGrp="1"/>
          </p:cNvSpPr>
          <p:nvPr>
            <p:ph type="sldNum" sz="quarter" idx="10"/>
          </p:nvPr>
        </p:nvSpPr>
        <p:spPr bwMode="auto"/>
        <p:txBody>
          <a:bodyPr/>
          <a:lstStyle/>
          <a:p>
            <a:pPr>
              <a:defRPr/>
            </a:pPr>
            <a:fld id="{3E6093B4-C9B1-ACFF-AB10-A454E0CA700A}"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3703764" name="Slide Image Placeholder 1"/>
          <p:cNvSpPr>
            <a:spLocks noChangeAspect="1" noGrp="1" noRot="1"/>
          </p:cNvSpPr>
          <p:nvPr>
            <p:ph type="sldImg"/>
          </p:nvPr>
        </p:nvSpPr>
        <p:spPr bwMode="auto"/>
      </p:sp>
      <p:sp>
        <p:nvSpPr>
          <p:cNvPr id="1747867449" name="Notes Placeholder 2"/>
          <p:cNvSpPr>
            <a:spLocks noGrp="1"/>
          </p:cNvSpPr>
          <p:nvPr>
            <p:ph type="body" idx="1"/>
          </p:nvPr>
        </p:nvSpPr>
        <p:spPr bwMode="auto"/>
        <p:txBody>
          <a:bodyPr/>
          <a:lstStyle/>
          <a:p>
            <a:pPr>
              <a:defRPr/>
            </a:pPr>
            <a:endParaRPr/>
          </a:p>
        </p:txBody>
      </p:sp>
      <p:sp>
        <p:nvSpPr>
          <p:cNvPr id="806487859" name="Slide Number Placeholder 3"/>
          <p:cNvSpPr>
            <a:spLocks noGrp="1"/>
          </p:cNvSpPr>
          <p:nvPr>
            <p:ph type="sldNum" sz="quarter" idx="10"/>
          </p:nvPr>
        </p:nvSpPr>
        <p:spPr bwMode="auto"/>
        <p:txBody>
          <a:bodyPr/>
          <a:lstStyle/>
          <a:p>
            <a:pPr>
              <a:defRPr/>
            </a:pPr>
            <a:fld id="{034518EC-F585-7AF1-869F-C0201762C34A}"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3276443" name="Slide Image Placeholder 1"/>
          <p:cNvSpPr>
            <a:spLocks noChangeAspect="1" noGrp="1" noRot="1"/>
          </p:cNvSpPr>
          <p:nvPr>
            <p:ph type="sldImg"/>
          </p:nvPr>
        </p:nvSpPr>
        <p:spPr bwMode="auto"/>
      </p:sp>
      <p:sp>
        <p:nvSpPr>
          <p:cNvPr id="1790196548" name="Notes Placeholder 2"/>
          <p:cNvSpPr>
            <a:spLocks noGrp="1"/>
          </p:cNvSpPr>
          <p:nvPr>
            <p:ph type="body" idx="1"/>
          </p:nvPr>
        </p:nvSpPr>
        <p:spPr bwMode="auto"/>
        <p:txBody>
          <a:bodyPr/>
          <a:lstStyle/>
          <a:p>
            <a:pPr>
              <a:defRPr/>
            </a:pPr>
            <a:endParaRPr/>
          </a:p>
        </p:txBody>
      </p:sp>
      <p:sp>
        <p:nvSpPr>
          <p:cNvPr id="709463863" name="Slide Number Placeholder 3"/>
          <p:cNvSpPr>
            <a:spLocks noGrp="1"/>
          </p:cNvSpPr>
          <p:nvPr>
            <p:ph type="sldNum" sz="quarter" idx="10"/>
          </p:nvPr>
        </p:nvSpPr>
        <p:spPr bwMode="auto"/>
        <p:txBody>
          <a:bodyPr/>
          <a:lstStyle/>
          <a:p>
            <a:pPr>
              <a:defRPr/>
            </a:pPr>
            <a:fld id="{173848BA-ECB3-BA0C-B436-BAE1B2B829C0}"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6397503" name="Slide Image Placeholder 1"/>
          <p:cNvSpPr>
            <a:spLocks noChangeAspect="1" noGrp="1" noRot="1"/>
          </p:cNvSpPr>
          <p:nvPr>
            <p:ph type="sldImg"/>
          </p:nvPr>
        </p:nvSpPr>
        <p:spPr bwMode="auto"/>
      </p:sp>
      <p:sp>
        <p:nvSpPr>
          <p:cNvPr id="442014580" name="Notes Placeholder 2"/>
          <p:cNvSpPr>
            <a:spLocks noGrp="1"/>
          </p:cNvSpPr>
          <p:nvPr>
            <p:ph type="body" idx="1"/>
          </p:nvPr>
        </p:nvSpPr>
        <p:spPr bwMode="auto"/>
        <p:txBody>
          <a:bodyPr/>
          <a:lstStyle/>
          <a:p>
            <a:pPr>
              <a:defRPr/>
            </a:pPr>
            <a:endParaRPr/>
          </a:p>
        </p:txBody>
      </p:sp>
      <p:sp>
        <p:nvSpPr>
          <p:cNvPr id="336227522" name="Slide Number Placeholder 3"/>
          <p:cNvSpPr>
            <a:spLocks noGrp="1"/>
          </p:cNvSpPr>
          <p:nvPr>
            <p:ph type="sldNum" sz="quarter" idx="10"/>
          </p:nvPr>
        </p:nvSpPr>
        <p:spPr bwMode="auto"/>
        <p:txBody>
          <a:bodyPr/>
          <a:lstStyle/>
          <a:p>
            <a:pPr>
              <a:defRPr/>
            </a:pPr>
            <a:fld id="{D123593A-E032-BAC4-9E03-923734DD3F68}"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685701" name="Slide Image Placeholder 1"/>
          <p:cNvSpPr>
            <a:spLocks noChangeAspect="1" noGrp="1" noRot="1"/>
          </p:cNvSpPr>
          <p:nvPr>
            <p:ph type="sldImg"/>
          </p:nvPr>
        </p:nvSpPr>
        <p:spPr bwMode="auto"/>
      </p:sp>
      <p:sp>
        <p:nvSpPr>
          <p:cNvPr id="1064144811" name="Notes Placeholder 2"/>
          <p:cNvSpPr>
            <a:spLocks noGrp="1"/>
          </p:cNvSpPr>
          <p:nvPr>
            <p:ph type="body" idx="1"/>
          </p:nvPr>
        </p:nvSpPr>
        <p:spPr bwMode="auto"/>
        <p:txBody>
          <a:bodyPr/>
          <a:lstStyle/>
          <a:p>
            <a:pPr>
              <a:defRPr/>
            </a:pPr>
            <a:endParaRPr/>
          </a:p>
        </p:txBody>
      </p:sp>
      <p:sp>
        <p:nvSpPr>
          <p:cNvPr id="34297675" name="Slide Number Placeholder 3"/>
          <p:cNvSpPr>
            <a:spLocks noGrp="1"/>
          </p:cNvSpPr>
          <p:nvPr>
            <p:ph type="sldNum" sz="quarter" idx="10"/>
          </p:nvPr>
        </p:nvSpPr>
        <p:spPr bwMode="auto"/>
        <p:txBody>
          <a:bodyPr/>
          <a:lstStyle/>
          <a:p>
            <a:pPr>
              <a:defRPr/>
            </a:pPr>
            <a:fld id="{028D12DA-2017-8179-C38E-5B872B48F7F0}"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5981259" name="Slide Image Placeholder 1"/>
          <p:cNvSpPr>
            <a:spLocks noChangeAspect="1" noGrp="1" noRot="1"/>
          </p:cNvSpPr>
          <p:nvPr>
            <p:ph type="sldImg"/>
          </p:nvPr>
        </p:nvSpPr>
        <p:spPr bwMode="auto"/>
      </p:sp>
      <p:sp>
        <p:nvSpPr>
          <p:cNvPr id="1602542409" name="Notes Placeholder 2"/>
          <p:cNvSpPr>
            <a:spLocks noGrp="1"/>
          </p:cNvSpPr>
          <p:nvPr>
            <p:ph type="body" idx="1"/>
          </p:nvPr>
        </p:nvSpPr>
        <p:spPr bwMode="auto"/>
        <p:txBody>
          <a:bodyPr/>
          <a:lstStyle/>
          <a:p>
            <a:pPr>
              <a:defRPr/>
            </a:pPr>
            <a:endParaRPr/>
          </a:p>
        </p:txBody>
      </p:sp>
      <p:sp>
        <p:nvSpPr>
          <p:cNvPr id="2073686407" name="Slide Number Placeholder 3"/>
          <p:cNvSpPr>
            <a:spLocks noGrp="1"/>
          </p:cNvSpPr>
          <p:nvPr>
            <p:ph type="sldNum" sz="quarter" idx="10"/>
          </p:nvPr>
        </p:nvSpPr>
        <p:spPr bwMode="auto"/>
        <p:txBody>
          <a:bodyPr/>
          <a:lstStyle/>
          <a:p>
            <a:pPr>
              <a:defRPr/>
            </a:pPr>
            <a:fld id="{F2DA6F66-DC6E-4DD2-3768-2092972B5103}"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0296637" name="Slide Image Placeholder 1"/>
          <p:cNvSpPr>
            <a:spLocks noChangeAspect="1" noGrp="1" noRot="1"/>
          </p:cNvSpPr>
          <p:nvPr>
            <p:ph type="sldImg"/>
          </p:nvPr>
        </p:nvSpPr>
        <p:spPr bwMode="auto"/>
      </p:sp>
      <p:sp>
        <p:nvSpPr>
          <p:cNvPr id="1046188980" name="Notes Placeholder 2"/>
          <p:cNvSpPr>
            <a:spLocks noGrp="1"/>
          </p:cNvSpPr>
          <p:nvPr>
            <p:ph type="body" idx="1"/>
          </p:nvPr>
        </p:nvSpPr>
        <p:spPr bwMode="auto"/>
        <p:txBody>
          <a:bodyPr/>
          <a:lstStyle/>
          <a:p>
            <a:pPr>
              <a:defRPr/>
            </a:pPr>
            <a:endParaRPr/>
          </a:p>
        </p:txBody>
      </p:sp>
      <p:sp>
        <p:nvSpPr>
          <p:cNvPr id="962421864" name="Slide Number Placeholder 3"/>
          <p:cNvSpPr>
            <a:spLocks noGrp="1"/>
          </p:cNvSpPr>
          <p:nvPr>
            <p:ph type="sldNum" sz="quarter" idx="10"/>
          </p:nvPr>
        </p:nvSpPr>
        <p:spPr bwMode="auto"/>
        <p:txBody>
          <a:bodyPr/>
          <a:lstStyle/>
          <a:p>
            <a:pPr>
              <a:defRPr/>
            </a:pPr>
            <a:fld id="{567CB792-52CC-B966-53F1-225AB25014BB}"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677005" name="Slide Image Placeholder 1"/>
          <p:cNvSpPr>
            <a:spLocks noChangeAspect="1" noGrp="1" noRot="1"/>
          </p:cNvSpPr>
          <p:nvPr>
            <p:ph type="sldImg"/>
          </p:nvPr>
        </p:nvSpPr>
        <p:spPr bwMode="auto"/>
      </p:sp>
      <p:sp>
        <p:nvSpPr>
          <p:cNvPr id="148143498" name="Notes Placeholder 2"/>
          <p:cNvSpPr>
            <a:spLocks noGrp="1"/>
          </p:cNvSpPr>
          <p:nvPr>
            <p:ph type="body" idx="1"/>
          </p:nvPr>
        </p:nvSpPr>
        <p:spPr bwMode="auto"/>
        <p:txBody>
          <a:bodyPr/>
          <a:lstStyle/>
          <a:p>
            <a:pPr>
              <a:defRPr/>
            </a:pPr>
            <a:endParaRPr/>
          </a:p>
        </p:txBody>
      </p:sp>
      <p:sp>
        <p:nvSpPr>
          <p:cNvPr id="1601322341" name="Slide Number Placeholder 3"/>
          <p:cNvSpPr>
            <a:spLocks noGrp="1"/>
          </p:cNvSpPr>
          <p:nvPr>
            <p:ph type="sldNum" sz="quarter" idx="10"/>
          </p:nvPr>
        </p:nvSpPr>
        <p:spPr bwMode="auto"/>
        <p:txBody>
          <a:bodyPr/>
          <a:lstStyle/>
          <a:p>
            <a:pPr>
              <a:defRPr/>
            </a:pPr>
            <a:fld id="{40F01EFE-9E9C-4D79-157E-9FF818A828B6}"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3727547" name="Slide Image Placeholder 1"/>
          <p:cNvSpPr>
            <a:spLocks noChangeAspect="1" noGrp="1" noRot="1"/>
          </p:cNvSpPr>
          <p:nvPr>
            <p:ph type="sldImg"/>
          </p:nvPr>
        </p:nvSpPr>
        <p:spPr bwMode="auto"/>
      </p:sp>
      <p:sp>
        <p:nvSpPr>
          <p:cNvPr id="117718107" name="Notes Placeholder 2"/>
          <p:cNvSpPr>
            <a:spLocks noGrp="1"/>
          </p:cNvSpPr>
          <p:nvPr>
            <p:ph type="body" idx="1"/>
          </p:nvPr>
        </p:nvSpPr>
        <p:spPr bwMode="auto"/>
        <p:txBody>
          <a:bodyPr/>
          <a:lstStyle/>
          <a:p>
            <a:pPr>
              <a:defRPr/>
            </a:pPr>
            <a:endParaRPr/>
          </a:p>
        </p:txBody>
      </p:sp>
      <p:sp>
        <p:nvSpPr>
          <p:cNvPr id="2070727640" name="Slide Number Placeholder 3"/>
          <p:cNvSpPr>
            <a:spLocks noGrp="1"/>
          </p:cNvSpPr>
          <p:nvPr>
            <p:ph type="sldNum" sz="quarter" idx="10"/>
          </p:nvPr>
        </p:nvSpPr>
        <p:spPr bwMode="auto"/>
        <p:txBody>
          <a:bodyPr/>
          <a:lstStyle/>
          <a:p>
            <a:pPr>
              <a:defRPr/>
            </a:pPr>
            <a:fld id="{72283417-A67C-E144-6238-26010A4C3166}"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8277928" name="Slide Image Placeholder 1"/>
          <p:cNvSpPr>
            <a:spLocks noChangeAspect="1" noGrp="1" noRot="1"/>
          </p:cNvSpPr>
          <p:nvPr>
            <p:ph type="sldImg"/>
          </p:nvPr>
        </p:nvSpPr>
        <p:spPr bwMode="auto"/>
      </p:sp>
      <p:sp>
        <p:nvSpPr>
          <p:cNvPr id="595874992" name="Notes Placeholder 2"/>
          <p:cNvSpPr>
            <a:spLocks noGrp="1"/>
          </p:cNvSpPr>
          <p:nvPr>
            <p:ph type="body" idx="1"/>
          </p:nvPr>
        </p:nvSpPr>
        <p:spPr bwMode="auto"/>
        <p:txBody>
          <a:bodyPr/>
          <a:lstStyle/>
          <a:p>
            <a:pPr>
              <a:defRPr/>
            </a:pPr>
            <a:endParaRPr/>
          </a:p>
        </p:txBody>
      </p:sp>
      <p:sp>
        <p:nvSpPr>
          <p:cNvPr id="908802333" name="Slide Number Placeholder 3"/>
          <p:cNvSpPr>
            <a:spLocks noGrp="1"/>
          </p:cNvSpPr>
          <p:nvPr>
            <p:ph type="sldNum" sz="quarter" idx="10"/>
          </p:nvPr>
        </p:nvSpPr>
        <p:spPr bwMode="auto"/>
        <p:txBody>
          <a:bodyPr/>
          <a:lstStyle/>
          <a:p>
            <a:pPr>
              <a:defRPr/>
            </a:pPr>
            <a:fld id="{5EC8F615-9F11-1B68-C05A-623C8A17CA9D}"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4644237" name="Slide Image Placeholder 1"/>
          <p:cNvSpPr>
            <a:spLocks noChangeAspect="1" noGrp="1" noRot="1"/>
          </p:cNvSpPr>
          <p:nvPr>
            <p:ph type="sldImg"/>
          </p:nvPr>
        </p:nvSpPr>
        <p:spPr bwMode="auto"/>
      </p:sp>
      <p:sp>
        <p:nvSpPr>
          <p:cNvPr id="1241571425" name="Notes Placeholder 2"/>
          <p:cNvSpPr>
            <a:spLocks noGrp="1"/>
          </p:cNvSpPr>
          <p:nvPr>
            <p:ph type="body" idx="1"/>
          </p:nvPr>
        </p:nvSpPr>
        <p:spPr bwMode="auto"/>
        <p:txBody>
          <a:bodyPr/>
          <a:lstStyle/>
          <a:p>
            <a:pPr>
              <a:defRPr/>
            </a:pPr>
            <a:endParaRPr/>
          </a:p>
        </p:txBody>
      </p:sp>
      <p:sp>
        <p:nvSpPr>
          <p:cNvPr id="2061798284" name="Slide Number Placeholder 3"/>
          <p:cNvSpPr>
            <a:spLocks noGrp="1"/>
          </p:cNvSpPr>
          <p:nvPr>
            <p:ph type="sldNum" sz="quarter" idx="10"/>
          </p:nvPr>
        </p:nvSpPr>
        <p:spPr bwMode="auto"/>
        <p:txBody>
          <a:bodyPr/>
          <a:lstStyle/>
          <a:p>
            <a:pPr>
              <a:defRPr/>
            </a:pPr>
            <a:fld id="{E45F1F69-9F3E-3057-93A0-65DE4A7EC7EB}"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0495335" name="Slide Image Placeholder 1"/>
          <p:cNvSpPr>
            <a:spLocks noChangeAspect="1" noGrp="1" noRot="1"/>
          </p:cNvSpPr>
          <p:nvPr>
            <p:ph type="sldImg"/>
          </p:nvPr>
        </p:nvSpPr>
        <p:spPr bwMode="auto"/>
      </p:sp>
      <p:sp>
        <p:nvSpPr>
          <p:cNvPr id="929520767" name="Notes Placeholder 2"/>
          <p:cNvSpPr>
            <a:spLocks noGrp="1"/>
          </p:cNvSpPr>
          <p:nvPr>
            <p:ph type="body" idx="1"/>
          </p:nvPr>
        </p:nvSpPr>
        <p:spPr bwMode="auto"/>
        <p:txBody>
          <a:bodyPr/>
          <a:lstStyle/>
          <a:p>
            <a:pPr>
              <a:defRPr/>
            </a:pPr>
            <a:endParaRPr/>
          </a:p>
        </p:txBody>
      </p:sp>
      <p:sp>
        <p:nvSpPr>
          <p:cNvPr id="688872705" name="Slide Number Placeholder 3"/>
          <p:cNvSpPr>
            <a:spLocks noGrp="1"/>
          </p:cNvSpPr>
          <p:nvPr>
            <p:ph type="sldNum" sz="quarter" idx="10"/>
          </p:nvPr>
        </p:nvSpPr>
        <p:spPr bwMode="auto"/>
        <p:txBody>
          <a:bodyPr/>
          <a:lstStyle/>
          <a:p>
            <a:pPr>
              <a:defRPr/>
            </a:pPr>
            <a:fld id="{4649D183-32B5-0E92-FE25-018AFFE13D69}"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1800091" name="Slide Image Placeholder 1"/>
          <p:cNvSpPr>
            <a:spLocks noChangeAspect="1" noGrp="1" noRot="1"/>
          </p:cNvSpPr>
          <p:nvPr>
            <p:ph type="sldImg"/>
          </p:nvPr>
        </p:nvSpPr>
        <p:spPr bwMode="auto"/>
      </p:sp>
      <p:sp>
        <p:nvSpPr>
          <p:cNvPr id="1711069765" name="Notes Placeholder 2"/>
          <p:cNvSpPr>
            <a:spLocks noGrp="1"/>
          </p:cNvSpPr>
          <p:nvPr>
            <p:ph type="body" idx="1"/>
          </p:nvPr>
        </p:nvSpPr>
        <p:spPr bwMode="auto"/>
        <p:txBody>
          <a:bodyPr/>
          <a:lstStyle/>
          <a:p>
            <a:pPr>
              <a:defRPr/>
            </a:pPr>
            <a:endParaRPr/>
          </a:p>
        </p:txBody>
      </p:sp>
      <p:sp>
        <p:nvSpPr>
          <p:cNvPr id="1878749787" name="Slide Number Placeholder 3"/>
          <p:cNvSpPr>
            <a:spLocks noGrp="1"/>
          </p:cNvSpPr>
          <p:nvPr>
            <p:ph type="sldNum" sz="quarter" idx="10"/>
          </p:nvPr>
        </p:nvSpPr>
        <p:spPr bwMode="auto"/>
        <p:txBody>
          <a:bodyPr/>
          <a:lstStyle/>
          <a:p>
            <a:pPr>
              <a:defRPr/>
            </a:pPr>
            <a:fld id="{F17020D8-5883-E5BD-75BC-22AEA293EEF2}"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6611094" name="Slide Image Placeholder 1"/>
          <p:cNvSpPr>
            <a:spLocks noChangeAspect="1" noGrp="1" noRot="1"/>
          </p:cNvSpPr>
          <p:nvPr>
            <p:ph type="sldImg"/>
          </p:nvPr>
        </p:nvSpPr>
        <p:spPr bwMode="auto"/>
      </p:sp>
      <p:sp>
        <p:nvSpPr>
          <p:cNvPr id="1715849887" name="Notes Placeholder 2"/>
          <p:cNvSpPr>
            <a:spLocks noGrp="1"/>
          </p:cNvSpPr>
          <p:nvPr>
            <p:ph type="body" idx="1"/>
          </p:nvPr>
        </p:nvSpPr>
        <p:spPr bwMode="auto"/>
        <p:txBody>
          <a:bodyPr/>
          <a:lstStyle/>
          <a:p>
            <a:pPr>
              <a:defRPr/>
            </a:pPr>
            <a:endParaRPr/>
          </a:p>
        </p:txBody>
      </p:sp>
      <p:sp>
        <p:nvSpPr>
          <p:cNvPr id="794071644" name="Slide Number Placeholder 3"/>
          <p:cNvSpPr>
            <a:spLocks noGrp="1"/>
          </p:cNvSpPr>
          <p:nvPr>
            <p:ph type="sldNum" sz="quarter" idx="10"/>
          </p:nvPr>
        </p:nvSpPr>
        <p:spPr bwMode="auto"/>
        <p:txBody>
          <a:bodyPr/>
          <a:lstStyle/>
          <a:p>
            <a:pPr>
              <a:defRPr/>
            </a:pPr>
            <a:fld id="{DE298793-C05A-891B-318F-4BD72122C79F}"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9940253" name="Slide Image Placeholder 1"/>
          <p:cNvSpPr>
            <a:spLocks noChangeAspect="1" noGrp="1" noRot="1"/>
          </p:cNvSpPr>
          <p:nvPr>
            <p:ph type="sldImg"/>
          </p:nvPr>
        </p:nvSpPr>
        <p:spPr bwMode="auto"/>
      </p:sp>
      <p:sp>
        <p:nvSpPr>
          <p:cNvPr id="597703383" name="Notes Placeholder 2"/>
          <p:cNvSpPr>
            <a:spLocks noGrp="1"/>
          </p:cNvSpPr>
          <p:nvPr>
            <p:ph type="body" idx="1"/>
          </p:nvPr>
        </p:nvSpPr>
        <p:spPr bwMode="auto"/>
        <p:txBody>
          <a:bodyPr/>
          <a:lstStyle/>
          <a:p>
            <a:pPr>
              <a:defRPr/>
            </a:pPr>
            <a:endParaRPr/>
          </a:p>
        </p:txBody>
      </p:sp>
      <p:sp>
        <p:nvSpPr>
          <p:cNvPr id="1328356618" name="Slide Number Placeholder 3"/>
          <p:cNvSpPr>
            <a:spLocks noGrp="1"/>
          </p:cNvSpPr>
          <p:nvPr>
            <p:ph type="sldNum" sz="quarter" idx="10"/>
          </p:nvPr>
        </p:nvSpPr>
        <p:spPr bwMode="auto"/>
        <p:txBody>
          <a:bodyPr/>
          <a:lstStyle/>
          <a:p>
            <a:pPr>
              <a:defRPr/>
            </a:pPr>
            <a:fld id="{94B9AA4E-6AF4-8D5C-2EC7-DB86219F3622}"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8616068" name="Slide Image Placeholder 1"/>
          <p:cNvSpPr>
            <a:spLocks noChangeAspect="1" noGrp="1" noRot="1"/>
          </p:cNvSpPr>
          <p:nvPr>
            <p:ph type="sldImg"/>
          </p:nvPr>
        </p:nvSpPr>
        <p:spPr bwMode="auto"/>
      </p:sp>
      <p:sp>
        <p:nvSpPr>
          <p:cNvPr id="1560979484" name="Notes Placeholder 2"/>
          <p:cNvSpPr>
            <a:spLocks noGrp="1"/>
          </p:cNvSpPr>
          <p:nvPr>
            <p:ph type="body" idx="1"/>
          </p:nvPr>
        </p:nvSpPr>
        <p:spPr bwMode="auto"/>
        <p:txBody>
          <a:bodyPr/>
          <a:lstStyle/>
          <a:p>
            <a:pPr>
              <a:defRPr/>
            </a:pPr>
            <a:endParaRPr/>
          </a:p>
        </p:txBody>
      </p:sp>
      <p:sp>
        <p:nvSpPr>
          <p:cNvPr id="1213210841" name="Slide Number Placeholder 3"/>
          <p:cNvSpPr>
            <a:spLocks noGrp="1"/>
          </p:cNvSpPr>
          <p:nvPr>
            <p:ph type="sldNum" sz="quarter" idx="10"/>
          </p:nvPr>
        </p:nvSpPr>
        <p:spPr bwMode="auto"/>
        <p:txBody>
          <a:bodyPr/>
          <a:lstStyle/>
          <a:p>
            <a:pPr>
              <a:defRPr/>
            </a:pPr>
            <a:fld id="{72DF543A-B113-86F3-1EE9-C85F81522A05}"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6890938" name="Slide Image Placeholder 1"/>
          <p:cNvSpPr>
            <a:spLocks noChangeAspect="1" noGrp="1" noRot="1"/>
          </p:cNvSpPr>
          <p:nvPr>
            <p:ph type="sldImg"/>
          </p:nvPr>
        </p:nvSpPr>
        <p:spPr bwMode="auto"/>
      </p:sp>
      <p:sp>
        <p:nvSpPr>
          <p:cNvPr id="465480905" name="Notes Placeholder 2"/>
          <p:cNvSpPr>
            <a:spLocks noGrp="1"/>
          </p:cNvSpPr>
          <p:nvPr>
            <p:ph type="body" idx="1"/>
          </p:nvPr>
        </p:nvSpPr>
        <p:spPr bwMode="auto"/>
        <p:txBody>
          <a:bodyPr/>
          <a:lstStyle/>
          <a:p>
            <a:pPr>
              <a:defRPr/>
            </a:pPr>
            <a:endParaRPr/>
          </a:p>
        </p:txBody>
      </p:sp>
      <p:sp>
        <p:nvSpPr>
          <p:cNvPr id="1864826450" name="Slide Number Placeholder 3"/>
          <p:cNvSpPr>
            <a:spLocks noGrp="1"/>
          </p:cNvSpPr>
          <p:nvPr>
            <p:ph type="sldNum" sz="quarter" idx="10"/>
          </p:nvPr>
        </p:nvSpPr>
        <p:spPr bwMode="auto"/>
        <p:txBody>
          <a:bodyPr/>
          <a:lstStyle/>
          <a:p>
            <a:pPr>
              <a:defRPr/>
            </a:pPr>
            <a:fld id="{B0E1BE12-3A68-9DE8-EF72-C44F4FA9D4BD}"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2287617" name="Slide Image Placeholder 1"/>
          <p:cNvSpPr>
            <a:spLocks noChangeAspect="1" noGrp="1" noRot="1"/>
          </p:cNvSpPr>
          <p:nvPr>
            <p:ph type="sldImg"/>
          </p:nvPr>
        </p:nvSpPr>
        <p:spPr bwMode="auto"/>
      </p:sp>
      <p:sp>
        <p:nvSpPr>
          <p:cNvPr id="1931157872" name="Notes Placeholder 2"/>
          <p:cNvSpPr>
            <a:spLocks noGrp="1"/>
          </p:cNvSpPr>
          <p:nvPr>
            <p:ph type="body" idx="1"/>
          </p:nvPr>
        </p:nvSpPr>
        <p:spPr bwMode="auto"/>
        <p:txBody>
          <a:bodyPr/>
          <a:lstStyle/>
          <a:p>
            <a:pPr>
              <a:defRPr/>
            </a:pPr>
            <a:endParaRPr/>
          </a:p>
        </p:txBody>
      </p:sp>
      <p:sp>
        <p:nvSpPr>
          <p:cNvPr id="1017454902" name="Slide Number Placeholder 3"/>
          <p:cNvSpPr>
            <a:spLocks noGrp="1"/>
          </p:cNvSpPr>
          <p:nvPr>
            <p:ph type="sldNum" sz="quarter" idx="10"/>
          </p:nvPr>
        </p:nvSpPr>
        <p:spPr bwMode="auto"/>
        <p:txBody>
          <a:bodyPr/>
          <a:lstStyle/>
          <a:p>
            <a:pPr>
              <a:defRPr/>
            </a:pPr>
            <a:fld id="{889AF2B5-6B40-7AED-B1A0-006443D4D096}"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6552111" name="Slide Image Placeholder 1"/>
          <p:cNvSpPr>
            <a:spLocks noChangeAspect="1" noGrp="1" noRot="1"/>
          </p:cNvSpPr>
          <p:nvPr>
            <p:ph type="sldImg"/>
          </p:nvPr>
        </p:nvSpPr>
        <p:spPr bwMode="auto"/>
      </p:sp>
      <p:sp>
        <p:nvSpPr>
          <p:cNvPr id="237748098" name="Notes Placeholder 2"/>
          <p:cNvSpPr>
            <a:spLocks noGrp="1"/>
          </p:cNvSpPr>
          <p:nvPr>
            <p:ph type="body" idx="1"/>
          </p:nvPr>
        </p:nvSpPr>
        <p:spPr bwMode="auto"/>
        <p:txBody>
          <a:bodyPr/>
          <a:lstStyle/>
          <a:p>
            <a:pPr>
              <a:defRPr/>
            </a:pPr>
            <a:endParaRPr/>
          </a:p>
        </p:txBody>
      </p:sp>
      <p:sp>
        <p:nvSpPr>
          <p:cNvPr id="156503151" name="Slide Number Placeholder 3"/>
          <p:cNvSpPr>
            <a:spLocks noGrp="1"/>
          </p:cNvSpPr>
          <p:nvPr>
            <p:ph type="sldNum" sz="quarter" idx="10"/>
          </p:nvPr>
        </p:nvSpPr>
        <p:spPr bwMode="auto"/>
        <p:txBody>
          <a:bodyPr/>
          <a:lstStyle/>
          <a:p>
            <a:pPr>
              <a:defRPr/>
            </a:pPr>
            <a:fld id="{7A09A413-B82D-14A9-D202-4EC2DA4AAB4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1731202" name="Slide Image Placeholder 1"/>
          <p:cNvSpPr>
            <a:spLocks noChangeAspect="1" noGrp="1" noRot="1"/>
          </p:cNvSpPr>
          <p:nvPr>
            <p:ph type="sldImg"/>
          </p:nvPr>
        </p:nvSpPr>
        <p:spPr bwMode="auto"/>
      </p:sp>
      <p:sp>
        <p:nvSpPr>
          <p:cNvPr id="1801693963" name="Notes Placeholder 2"/>
          <p:cNvSpPr>
            <a:spLocks noGrp="1"/>
          </p:cNvSpPr>
          <p:nvPr>
            <p:ph type="body" idx="1"/>
          </p:nvPr>
        </p:nvSpPr>
        <p:spPr bwMode="auto"/>
        <p:txBody>
          <a:bodyPr/>
          <a:lstStyle/>
          <a:p>
            <a:pPr>
              <a:defRPr/>
            </a:pPr>
            <a:endParaRPr/>
          </a:p>
        </p:txBody>
      </p:sp>
      <p:sp>
        <p:nvSpPr>
          <p:cNvPr id="1258023976" name="Slide Number Placeholder 3"/>
          <p:cNvSpPr>
            <a:spLocks noGrp="1"/>
          </p:cNvSpPr>
          <p:nvPr>
            <p:ph type="sldNum" sz="quarter" idx="10"/>
          </p:nvPr>
        </p:nvSpPr>
        <p:spPr bwMode="auto"/>
        <p:txBody>
          <a:bodyPr/>
          <a:lstStyle/>
          <a:p>
            <a:pPr>
              <a:defRPr/>
            </a:pPr>
            <a:fld id="{0252EFE1-D630-BEB8-38E6-866F3C9776AD}"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584202" name="Slide Image Placeholder 1"/>
          <p:cNvSpPr>
            <a:spLocks noChangeAspect="1" noGrp="1" noRot="1"/>
          </p:cNvSpPr>
          <p:nvPr>
            <p:ph type="sldImg"/>
          </p:nvPr>
        </p:nvSpPr>
        <p:spPr bwMode="auto"/>
      </p:sp>
      <p:sp>
        <p:nvSpPr>
          <p:cNvPr id="946233069" name="Notes Placeholder 2"/>
          <p:cNvSpPr>
            <a:spLocks noGrp="1"/>
          </p:cNvSpPr>
          <p:nvPr>
            <p:ph type="body" idx="1"/>
          </p:nvPr>
        </p:nvSpPr>
        <p:spPr bwMode="auto"/>
        <p:txBody>
          <a:bodyPr/>
          <a:lstStyle/>
          <a:p>
            <a:pPr>
              <a:defRPr/>
            </a:pPr>
            <a:endParaRPr/>
          </a:p>
        </p:txBody>
      </p:sp>
      <p:sp>
        <p:nvSpPr>
          <p:cNvPr id="888214586" name="Slide Number Placeholder 3"/>
          <p:cNvSpPr>
            <a:spLocks noGrp="1"/>
          </p:cNvSpPr>
          <p:nvPr>
            <p:ph type="sldNum" sz="quarter" idx="10"/>
          </p:nvPr>
        </p:nvSpPr>
        <p:spPr bwMode="auto"/>
        <p:txBody>
          <a:bodyPr/>
          <a:lstStyle/>
          <a:p>
            <a:pPr>
              <a:defRPr/>
            </a:pPr>
            <a:fld id="{999F7923-14E8-127C-3792-A18146F94084}"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7598950" name="Slide Image Placeholder 1"/>
          <p:cNvSpPr>
            <a:spLocks noChangeAspect="1" noGrp="1" noRot="1"/>
          </p:cNvSpPr>
          <p:nvPr>
            <p:ph type="sldImg"/>
          </p:nvPr>
        </p:nvSpPr>
        <p:spPr bwMode="auto"/>
      </p:sp>
      <p:sp>
        <p:nvSpPr>
          <p:cNvPr id="662192253" name="Notes Placeholder 2"/>
          <p:cNvSpPr>
            <a:spLocks noGrp="1"/>
          </p:cNvSpPr>
          <p:nvPr>
            <p:ph type="body" idx="1"/>
          </p:nvPr>
        </p:nvSpPr>
        <p:spPr bwMode="auto"/>
        <p:txBody>
          <a:bodyPr/>
          <a:lstStyle/>
          <a:p>
            <a:pPr>
              <a:defRPr/>
            </a:pPr>
            <a:endParaRPr/>
          </a:p>
        </p:txBody>
      </p:sp>
      <p:sp>
        <p:nvSpPr>
          <p:cNvPr id="1566910427" name="Slide Number Placeholder 3"/>
          <p:cNvSpPr>
            <a:spLocks noGrp="1"/>
          </p:cNvSpPr>
          <p:nvPr>
            <p:ph type="sldNum" sz="quarter" idx="10"/>
          </p:nvPr>
        </p:nvSpPr>
        <p:spPr bwMode="auto"/>
        <p:txBody>
          <a:bodyPr/>
          <a:lstStyle/>
          <a:p>
            <a:pPr>
              <a:defRPr/>
            </a:pPr>
            <a:fld id="{3798C233-B5A9-1189-F0EB-2736563FD518}"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0275627" name="Slide Image Placeholder 1"/>
          <p:cNvSpPr>
            <a:spLocks noChangeAspect="1" noGrp="1" noRot="1"/>
          </p:cNvSpPr>
          <p:nvPr>
            <p:ph type="sldImg"/>
          </p:nvPr>
        </p:nvSpPr>
        <p:spPr bwMode="auto"/>
      </p:sp>
      <p:sp>
        <p:nvSpPr>
          <p:cNvPr id="861976287" name="Notes Placeholder 2"/>
          <p:cNvSpPr>
            <a:spLocks noGrp="1"/>
          </p:cNvSpPr>
          <p:nvPr>
            <p:ph type="body" idx="1"/>
          </p:nvPr>
        </p:nvSpPr>
        <p:spPr bwMode="auto"/>
        <p:txBody>
          <a:bodyPr/>
          <a:lstStyle/>
          <a:p>
            <a:pPr>
              <a:defRPr/>
            </a:pPr>
            <a:endParaRPr/>
          </a:p>
        </p:txBody>
      </p:sp>
      <p:sp>
        <p:nvSpPr>
          <p:cNvPr id="239857810" name="Slide Number Placeholder 3"/>
          <p:cNvSpPr>
            <a:spLocks noGrp="1"/>
          </p:cNvSpPr>
          <p:nvPr>
            <p:ph type="sldNum" sz="quarter" idx="10"/>
          </p:nvPr>
        </p:nvSpPr>
        <p:spPr bwMode="auto"/>
        <p:txBody>
          <a:bodyPr/>
          <a:lstStyle/>
          <a:p>
            <a:pPr>
              <a:defRPr/>
            </a:pPr>
            <a:fld id="{4B1BFDD4-34E0-EA67-E000-A109C45E57F8}"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9918210" name="Slide Image Placeholder 1"/>
          <p:cNvSpPr>
            <a:spLocks noChangeAspect="1" noGrp="1" noRot="1"/>
          </p:cNvSpPr>
          <p:nvPr>
            <p:ph type="sldImg"/>
          </p:nvPr>
        </p:nvSpPr>
        <p:spPr bwMode="auto"/>
      </p:sp>
      <p:sp>
        <p:nvSpPr>
          <p:cNvPr id="1821190590" name="Notes Placeholder 2"/>
          <p:cNvSpPr>
            <a:spLocks noGrp="1"/>
          </p:cNvSpPr>
          <p:nvPr>
            <p:ph type="body" idx="1"/>
          </p:nvPr>
        </p:nvSpPr>
        <p:spPr bwMode="auto"/>
        <p:txBody>
          <a:bodyPr/>
          <a:lstStyle/>
          <a:p>
            <a:pPr>
              <a:defRPr/>
            </a:pPr>
            <a:endParaRPr/>
          </a:p>
        </p:txBody>
      </p:sp>
      <p:sp>
        <p:nvSpPr>
          <p:cNvPr id="1713817845" name="Slide Number Placeholder 3"/>
          <p:cNvSpPr>
            <a:spLocks noGrp="1"/>
          </p:cNvSpPr>
          <p:nvPr>
            <p:ph type="sldNum" sz="quarter" idx="10"/>
          </p:nvPr>
        </p:nvSpPr>
        <p:spPr bwMode="auto"/>
        <p:txBody>
          <a:bodyPr/>
          <a:lstStyle/>
          <a:p>
            <a:pPr>
              <a:defRPr/>
            </a:pPr>
            <a:fld id="{960FD6CC-1EA2-FE40-6549-028F61E386FC}"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7548943" name="Slide Image Placeholder 1"/>
          <p:cNvSpPr>
            <a:spLocks noChangeAspect="1" noGrp="1" noRot="1"/>
          </p:cNvSpPr>
          <p:nvPr>
            <p:ph type="sldImg"/>
          </p:nvPr>
        </p:nvSpPr>
        <p:spPr bwMode="auto"/>
      </p:sp>
      <p:sp>
        <p:nvSpPr>
          <p:cNvPr id="446653419" name="Notes Placeholder 2"/>
          <p:cNvSpPr>
            <a:spLocks noGrp="1"/>
          </p:cNvSpPr>
          <p:nvPr>
            <p:ph type="body" idx="1"/>
          </p:nvPr>
        </p:nvSpPr>
        <p:spPr bwMode="auto"/>
        <p:txBody>
          <a:bodyPr/>
          <a:lstStyle/>
          <a:p>
            <a:pPr>
              <a:defRPr/>
            </a:pPr>
            <a:endParaRPr/>
          </a:p>
        </p:txBody>
      </p:sp>
      <p:sp>
        <p:nvSpPr>
          <p:cNvPr id="1955534342" name="Slide Number Placeholder 3"/>
          <p:cNvSpPr>
            <a:spLocks noGrp="1"/>
          </p:cNvSpPr>
          <p:nvPr>
            <p:ph type="sldNum" sz="quarter" idx="10"/>
          </p:nvPr>
        </p:nvSpPr>
        <p:spPr bwMode="auto"/>
        <p:txBody>
          <a:bodyPr/>
          <a:lstStyle/>
          <a:p>
            <a:pPr>
              <a:defRPr/>
            </a:pPr>
            <a:fld id="{75CB2772-61A6-DA78-88D3-D6A90589AF5D}"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55464074" name="Slide Image Placeholder 1"/>
          <p:cNvSpPr>
            <a:spLocks noChangeAspect="1" noGrp="1" noRot="1"/>
          </p:cNvSpPr>
          <p:nvPr>
            <p:ph type="sldImg"/>
          </p:nvPr>
        </p:nvSpPr>
        <p:spPr bwMode="auto"/>
      </p:sp>
      <p:sp>
        <p:nvSpPr>
          <p:cNvPr id="845759186" name="Notes Placeholder 2"/>
          <p:cNvSpPr>
            <a:spLocks noGrp="1"/>
          </p:cNvSpPr>
          <p:nvPr>
            <p:ph type="body" idx="1"/>
          </p:nvPr>
        </p:nvSpPr>
        <p:spPr bwMode="auto"/>
        <p:txBody>
          <a:bodyPr/>
          <a:lstStyle/>
          <a:p>
            <a:pPr>
              <a:defRPr/>
            </a:pPr>
            <a:endParaRPr/>
          </a:p>
        </p:txBody>
      </p:sp>
      <p:sp>
        <p:nvSpPr>
          <p:cNvPr id="973506023" name="Slide Number Placeholder 3"/>
          <p:cNvSpPr>
            <a:spLocks noGrp="1"/>
          </p:cNvSpPr>
          <p:nvPr>
            <p:ph type="sldNum" sz="quarter" idx="10"/>
          </p:nvPr>
        </p:nvSpPr>
        <p:spPr bwMode="auto"/>
        <p:txBody>
          <a:bodyPr/>
          <a:lstStyle/>
          <a:p>
            <a:pPr>
              <a:defRPr/>
            </a:pPr>
            <a:fld id="{539FA0CC-9878-DA37-D5A2-CB82F42E1292}"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3446696" name="Slide Image Placeholder 1"/>
          <p:cNvSpPr>
            <a:spLocks noChangeAspect="1" noGrp="1" noRot="1"/>
          </p:cNvSpPr>
          <p:nvPr>
            <p:ph type="sldImg"/>
          </p:nvPr>
        </p:nvSpPr>
        <p:spPr bwMode="auto"/>
      </p:sp>
      <p:sp>
        <p:nvSpPr>
          <p:cNvPr id="1416976235" name="Notes Placeholder 2"/>
          <p:cNvSpPr>
            <a:spLocks noGrp="1"/>
          </p:cNvSpPr>
          <p:nvPr>
            <p:ph type="body" idx="1"/>
          </p:nvPr>
        </p:nvSpPr>
        <p:spPr bwMode="auto"/>
        <p:txBody>
          <a:bodyPr/>
          <a:lstStyle/>
          <a:p>
            <a:pPr>
              <a:defRPr/>
            </a:pPr>
            <a:endParaRPr/>
          </a:p>
        </p:txBody>
      </p:sp>
      <p:sp>
        <p:nvSpPr>
          <p:cNvPr id="258288003" name="Slide Number Placeholder 3"/>
          <p:cNvSpPr>
            <a:spLocks noGrp="1"/>
          </p:cNvSpPr>
          <p:nvPr>
            <p:ph type="sldNum" sz="quarter" idx="10"/>
          </p:nvPr>
        </p:nvSpPr>
        <p:spPr bwMode="auto"/>
        <p:txBody>
          <a:bodyPr/>
          <a:lstStyle/>
          <a:p>
            <a:pPr>
              <a:defRPr/>
            </a:pPr>
            <a:fld id="{D8B3B015-95AD-2457-570F-115794320CEE}"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2568627" name="Slide Image Placeholder 1"/>
          <p:cNvSpPr>
            <a:spLocks noChangeAspect="1" noGrp="1" noRot="1"/>
          </p:cNvSpPr>
          <p:nvPr>
            <p:ph type="sldImg"/>
          </p:nvPr>
        </p:nvSpPr>
        <p:spPr bwMode="auto"/>
      </p:sp>
      <p:sp>
        <p:nvSpPr>
          <p:cNvPr id="93663198" name="Notes Placeholder 2"/>
          <p:cNvSpPr>
            <a:spLocks noGrp="1"/>
          </p:cNvSpPr>
          <p:nvPr>
            <p:ph type="body" idx="1"/>
          </p:nvPr>
        </p:nvSpPr>
        <p:spPr bwMode="auto"/>
        <p:txBody>
          <a:bodyPr/>
          <a:lstStyle/>
          <a:p>
            <a:pPr>
              <a:defRPr/>
            </a:pPr>
            <a:endParaRPr/>
          </a:p>
        </p:txBody>
      </p:sp>
      <p:sp>
        <p:nvSpPr>
          <p:cNvPr id="1654941677" name="Slide Number Placeholder 3"/>
          <p:cNvSpPr>
            <a:spLocks noGrp="1"/>
          </p:cNvSpPr>
          <p:nvPr>
            <p:ph type="sldNum" sz="quarter" idx="10"/>
          </p:nvPr>
        </p:nvSpPr>
        <p:spPr bwMode="auto"/>
        <p:txBody>
          <a:bodyPr/>
          <a:lstStyle/>
          <a:p>
            <a:pPr>
              <a:defRPr/>
            </a:pPr>
            <a:fld id="{2DCC8DBB-44FA-9DF2-629C-741AC53FBE6A}"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0087147" name="Slide Image Placeholder 1"/>
          <p:cNvSpPr>
            <a:spLocks noChangeAspect="1" noGrp="1" noRot="1"/>
          </p:cNvSpPr>
          <p:nvPr>
            <p:ph type="sldImg"/>
          </p:nvPr>
        </p:nvSpPr>
        <p:spPr bwMode="auto"/>
      </p:sp>
      <p:sp>
        <p:nvSpPr>
          <p:cNvPr id="1404096887" name="Notes Placeholder 2"/>
          <p:cNvSpPr>
            <a:spLocks noGrp="1"/>
          </p:cNvSpPr>
          <p:nvPr>
            <p:ph type="body" idx="1"/>
          </p:nvPr>
        </p:nvSpPr>
        <p:spPr bwMode="auto"/>
        <p:txBody>
          <a:bodyPr/>
          <a:lstStyle/>
          <a:p>
            <a:pPr>
              <a:defRPr/>
            </a:pPr>
            <a:endParaRPr/>
          </a:p>
        </p:txBody>
      </p:sp>
      <p:sp>
        <p:nvSpPr>
          <p:cNvPr id="1808910201" name="Slide Number Placeholder 3"/>
          <p:cNvSpPr>
            <a:spLocks noGrp="1"/>
          </p:cNvSpPr>
          <p:nvPr>
            <p:ph type="sldNum" sz="quarter" idx="10"/>
          </p:nvPr>
        </p:nvSpPr>
        <p:spPr bwMode="auto"/>
        <p:txBody>
          <a:bodyPr/>
          <a:lstStyle/>
          <a:p>
            <a:pPr>
              <a:defRPr/>
            </a:pPr>
            <a:fld id="{8BB12A4C-1E37-8F76-E489-1E730C48879D}"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7563536" name="Slide Image Placeholder 1"/>
          <p:cNvSpPr>
            <a:spLocks noChangeAspect="1" noGrp="1" noRot="1"/>
          </p:cNvSpPr>
          <p:nvPr>
            <p:ph type="sldImg"/>
          </p:nvPr>
        </p:nvSpPr>
        <p:spPr bwMode="auto"/>
      </p:sp>
      <p:sp>
        <p:nvSpPr>
          <p:cNvPr id="473522080" name="Notes Placeholder 2"/>
          <p:cNvSpPr>
            <a:spLocks noGrp="1"/>
          </p:cNvSpPr>
          <p:nvPr>
            <p:ph type="body" idx="1"/>
          </p:nvPr>
        </p:nvSpPr>
        <p:spPr bwMode="auto"/>
        <p:txBody>
          <a:bodyPr/>
          <a:lstStyle/>
          <a:p>
            <a:pPr>
              <a:defRPr/>
            </a:pPr>
            <a:endParaRPr/>
          </a:p>
        </p:txBody>
      </p:sp>
      <p:sp>
        <p:nvSpPr>
          <p:cNvPr id="1977084564" name="Slide Number Placeholder 3"/>
          <p:cNvSpPr>
            <a:spLocks noGrp="1"/>
          </p:cNvSpPr>
          <p:nvPr>
            <p:ph type="sldNum" sz="quarter" idx="10"/>
          </p:nvPr>
        </p:nvSpPr>
        <p:spPr bwMode="auto"/>
        <p:txBody>
          <a:bodyPr/>
          <a:lstStyle/>
          <a:p>
            <a:pPr>
              <a:defRPr/>
            </a:pPr>
            <a:fld id="{C8A64DE4-B30F-5052-74C7-3905E9CABFBD}"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1967773" name="Slide Image Placeholder 1"/>
          <p:cNvSpPr>
            <a:spLocks noChangeAspect="1" noGrp="1" noRot="1"/>
          </p:cNvSpPr>
          <p:nvPr>
            <p:ph type="sldImg"/>
          </p:nvPr>
        </p:nvSpPr>
        <p:spPr bwMode="auto"/>
      </p:sp>
      <p:sp>
        <p:nvSpPr>
          <p:cNvPr id="1066265017" name="Notes Placeholder 2"/>
          <p:cNvSpPr>
            <a:spLocks noGrp="1"/>
          </p:cNvSpPr>
          <p:nvPr>
            <p:ph type="body" idx="1"/>
          </p:nvPr>
        </p:nvSpPr>
        <p:spPr bwMode="auto"/>
        <p:txBody>
          <a:bodyPr/>
          <a:lstStyle/>
          <a:p>
            <a:pPr>
              <a:defRPr/>
            </a:pPr>
            <a:endParaRPr/>
          </a:p>
        </p:txBody>
      </p:sp>
      <p:sp>
        <p:nvSpPr>
          <p:cNvPr id="1361890316" name="Slide Number Placeholder 3"/>
          <p:cNvSpPr>
            <a:spLocks noGrp="1"/>
          </p:cNvSpPr>
          <p:nvPr>
            <p:ph type="sldNum" sz="quarter" idx="10"/>
          </p:nvPr>
        </p:nvSpPr>
        <p:spPr bwMode="auto"/>
        <p:txBody>
          <a:bodyPr/>
          <a:lstStyle/>
          <a:p>
            <a:pPr>
              <a:defRPr/>
            </a:pPr>
            <a:fld id="{A4E3A0E5-D918-8DC4-FD3D-494707BFBE4D}"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5654203" name="Slide Image Placeholder 1"/>
          <p:cNvSpPr>
            <a:spLocks noChangeAspect="1" noGrp="1" noRot="1"/>
          </p:cNvSpPr>
          <p:nvPr>
            <p:ph type="sldImg"/>
          </p:nvPr>
        </p:nvSpPr>
        <p:spPr bwMode="auto"/>
      </p:sp>
      <p:sp>
        <p:nvSpPr>
          <p:cNvPr id="2058726768" name="Notes Placeholder 2"/>
          <p:cNvSpPr>
            <a:spLocks noGrp="1"/>
          </p:cNvSpPr>
          <p:nvPr>
            <p:ph type="body" idx="1"/>
          </p:nvPr>
        </p:nvSpPr>
        <p:spPr bwMode="auto"/>
        <p:txBody>
          <a:bodyPr/>
          <a:lstStyle/>
          <a:p>
            <a:pPr>
              <a:defRPr/>
            </a:pPr>
            <a:endParaRPr/>
          </a:p>
        </p:txBody>
      </p:sp>
      <p:sp>
        <p:nvSpPr>
          <p:cNvPr id="1381461438" name="Slide Number Placeholder 3"/>
          <p:cNvSpPr>
            <a:spLocks noGrp="1"/>
          </p:cNvSpPr>
          <p:nvPr>
            <p:ph type="sldNum" sz="quarter" idx="10"/>
          </p:nvPr>
        </p:nvSpPr>
        <p:spPr bwMode="auto"/>
        <p:txBody>
          <a:bodyPr/>
          <a:lstStyle/>
          <a:p>
            <a:pPr>
              <a:defRPr/>
            </a:pPr>
            <a:fld id="{9A030A1B-291C-24A6-4A1B-7A3A461F6773}"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4755334" name="Slide Image Placeholder 1"/>
          <p:cNvSpPr>
            <a:spLocks noChangeAspect="1" noGrp="1" noRot="1"/>
          </p:cNvSpPr>
          <p:nvPr>
            <p:ph type="sldImg"/>
          </p:nvPr>
        </p:nvSpPr>
        <p:spPr bwMode="auto"/>
      </p:sp>
      <p:sp>
        <p:nvSpPr>
          <p:cNvPr id="1783921891" name="Notes Placeholder 2"/>
          <p:cNvSpPr>
            <a:spLocks noGrp="1"/>
          </p:cNvSpPr>
          <p:nvPr>
            <p:ph type="body" idx="1"/>
          </p:nvPr>
        </p:nvSpPr>
        <p:spPr bwMode="auto"/>
        <p:txBody>
          <a:bodyPr/>
          <a:lstStyle/>
          <a:p>
            <a:pPr>
              <a:defRPr/>
            </a:pPr>
            <a:endParaRPr/>
          </a:p>
        </p:txBody>
      </p:sp>
      <p:sp>
        <p:nvSpPr>
          <p:cNvPr id="1394919352" name="Slide Number Placeholder 3"/>
          <p:cNvSpPr>
            <a:spLocks noGrp="1"/>
          </p:cNvSpPr>
          <p:nvPr>
            <p:ph type="sldNum" sz="quarter" idx="10"/>
          </p:nvPr>
        </p:nvSpPr>
        <p:spPr bwMode="auto"/>
        <p:txBody>
          <a:bodyPr/>
          <a:lstStyle/>
          <a:p>
            <a:pPr>
              <a:defRPr/>
            </a:pPr>
            <a:fld id="{C4544E15-E68A-3CFA-2E2B-BF4FF11D59E3}" type="slidenum">
              <a:rPr/>
              <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074511" name="Slide Image Placeholder 1"/>
          <p:cNvSpPr>
            <a:spLocks noChangeAspect="1" noGrp="1" noRot="1"/>
          </p:cNvSpPr>
          <p:nvPr>
            <p:ph type="sldImg"/>
          </p:nvPr>
        </p:nvSpPr>
        <p:spPr bwMode="auto"/>
      </p:sp>
      <p:sp>
        <p:nvSpPr>
          <p:cNvPr id="1340038411" name="Notes Placeholder 2"/>
          <p:cNvSpPr>
            <a:spLocks noGrp="1"/>
          </p:cNvSpPr>
          <p:nvPr>
            <p:ph type="body" idx="1"/>
          </p:nvPr>
        </p:nvSpPr>
        <p:spPr bwMode="auto"/>
        <p:txBody>
          <a:bodyPr/>
          <a:lstStyle/>
          <a:p>
            <a:pPr>
              <a:defRPr/>
            </a:pPr>
            <a:endParaRPr/>
          </a:p>
        </p:txBody>
      </p:sp>
      <p:sp>
        <p:nvSpPr>
          <p:cNvPr id="1490866616" name="Slide Number Placeholder 3"/>
          <p:cNvSpPr>
            <a:spLocks noGrp="1"/>
          </p:cNvSpPr>
          <p:nvPr>
            <p:ph type="sldNum" sz="quarter" idx="10"/>
          </p:nvPr>
        </p:nvSpPr>
        <p:spPr bwMode="auto"/>
        <p:txBody>
          <a:bodyPr/>
          <a:lstStyle/>
          <a:p>
            <a:pPr>
              <a:defRPr/>
            </a:pPr>
            <a:fld id="{2519F5CA-D6B6-D0CF-A330-3895C217B38F}" type="slidenum">
              <a:rPr/>
              <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5832551" name="Slide Image Placeholder 1"/>
          <p:cNvSpPr>
            <a:spLocks noChangeAspect="1" noGrp="1" noRot="1"/>
          </p:cNvSpPr>
          <p:nvPr>
            <p:ph type="sldImg"/>
          </p:nvPr>
        </p:nvSpPr>
        <p:spPr bwMode="auto"/>
      </p:sp>
      <p:sp>
        <p:nvSpPr>
          <p:cNvPr id="1349985490" name="Notes Placeholder 2"/>
          <p:cNvSpPr>
            <a:spLocks noGrp="1"/>
          </p:cNvSpPr>
          <p:nvPr>
            <p:ph type="body" idx="1"/>
          </p:nvPr>
        </p:nvSpPr>
        <p:spPr bwMode="auto"/>
        <p:txBody>
          <a:bodyPr/>
          <a:lstStyle/>
          <a:p>
            <a:pPr>
              <a:defRPr/>
            </a:pPr>
            <a:endParaRPr/>
          </a:p>
        </p:txBody>
      </p:sp>
      <p:sp>
        <p:nvSpPr>
          <p:cNvPr id="442148021" name="Slide Number Placeholder 3"/>
          <p:cNvSpPr>
            <a:spLocks noGrp="1"/>
          </p:cNvSpPr>
          <p:nvPr>
            <p:ph type="sldNum" sz="quarter" idx="10"/>
          </p:nvPr>
        </p:nvSpPr>
        <p:spPr bwMode="auto"/>
        <p:txBody>
          <a:bodyPr/>
          <a:lstStyle/>
          <a:p>
            <a:pPr>
              <a:defRPr/>
            </a:pPr>
            <a:fld id="{49F8E1B0-0909-AE28-6DAA-AC63B319489A}" type="slidenum">
              <a:rPr/>
              <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7720666" name="Slide Image Placeholder 1"/>
          <p:cNvSpPr>
            <a:spLocks noChangeAspect="1" noGrp="1" noRot="1"/>
          </p:cNvSpPr>
          <p:nvPr>
            <p:ph type="sldImg"/>
          </p:nvPr>
        </p:nvSpPr>
        <p:spPr bwMode="auto"/>
      </p:sp>
      <p:sp>
        <p:nvSpPr>
          <p:cNvPr id="171726231" name="Notes Placeholder 2"/>
          <p:cNvSpPr>
            <a:spLocks noGrp="1"/>
          </p:cNvSpPr>
          <p:nvPr>
            <p:ph type="body" idx="1"/>
          </p:nvPr>
        </p:nvSpPr>
        <p:spPr bwMode="auto"/>
        <p:txBody>
          <a:bodyPr/>
          <a:lstStyle/>
          <a:p>
            <a:pPr>
              <a:defRPr/>
            </a:pPr>
            <a:endParaRPr/>
          </a:p>
        </p:txBody>
      </p:sp>
      <p:sp>
        <p:nvSpPr>
          <p:cNvPr id="1164609616" name="Slide Number Placeholder 3"/>
          <p:cNvSpPr>
            <a:spLocks noGrp="1"/>
          </p:cNvSpPr>
          <p:nvPr>
            <p:ph type="sldNum" sz="quarter" idx="10"/>
          </p:nvPr>
        </p:nvSpPr>
        <p:spPr bwMode="auto"/>
        <p:txBody>
          <a:bodyPr/>
          <a:lstStyle/>
          <a:p>
            <a:pPr>
              <a:defRPr/>
            </a:pPr>
            <a:fld id="{AE70ED4A-5ACF-648F-339A-90E787DA2112}" type="slidenum">
              <a:rPr/>
              <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4490815" name="Slide Image Placeholder 1"/>
          <p:cNvSpPr>
            <a:spLocks noChangeAspect="1" noGrp="1" noRot="1"/>
          </p:cNvSpPr>
          <p:nvPr>
            <p:ph type="sldImg"/>
          </p:nvPr>
        </p:nvSpPr>
        <p:spPr bwMode="auto"/>
      </p:sp>
      <p:sp>
        <p:nvSpPr>
          <p:cNvPr id="34474110" name="Notes Placeholder 2"/>
          <p:cNvSpPr>
            <a:spLocks noGrp="1"/>
          </p:cNvSpPr>
          <p:nvPr>
            <p:ph type="body" idx="1"/>
          </p:nvPr>
        </p:nvSpPr>
        <p:spPr bwMode="auto"/>
        <p:txBody>
          <a:bodyPr/>
          <a:lstStyle/>
          <a:p>
            <a:pPr>
              <a:defRPr/>
            </a:pPr>
            <a:endParaRPr/>
          </a:p>
        </p:txBody>
      </p:sp>
      <p:sp>
        <p:nvSpPr>
          <p:cNvPr id="941424480" name="Slide Number Placeholder 3"/>
          <p:cNvSpPr>
            <a:spLocks noGrp="1"/>
          </p:cNvSpPr>
          <p:nvPr>
            <p:ph type="sldNum" sz="quarter" idx="10"/>
          </p:nvPr>
        </p:nvSpPr>
        <p:spPr bwMode="auto"/>
        <p:txBody>
          <a:bodyPr/>
          <a:lstStyle/>
          <a:p>
            <a:pPr>
              <a:defRPr/>
            </a:pPr>
            <a:fld id="{1D90585C-37A2-B8EA-159C-401303BE1629}"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1639323" name="Slide Image Placeholder 1"/>
          <p:cNvSpPr>
            <a:spLocks noChangeAspect="1" noGrp="1" noRot="1"/>
          </p:cNvSpPr>
          <p:nvPr>
            <p:ph type="sldImg"/>
          </p:nvPr>
        </p:nvSpPr>
        <p:spPr bwMode="auto"/>
      </p:sp>
      <p:sp>
        <p:nvSpPr>
          <p:cNvPr id="610845893" name="Notes Placeholder 2"/>
          <p:cNvSpPr>
            <a:spLocks noGrp="1"/>
          </p:cNvSpPr>
          <p:nvPr>
            <p:ph type="body" idx="1"/>
          </p:nvPr>
        </p:nvSpPr>
        <p:spPr bwMode="auto"/>
        <p:txBody>
          <a:bodyPr/>
          <a:lstStyle/>
          <a:p>
            <a:pPr>
              <a:defRPr/>
            </a:pPr>
            <a:endParaRPr/>
          </a:p>
        </p:txBody>
      </p:sp>
      <p:sp>
        <p:nvSpPr>
          <p:cNvPr id="1148705522" name="Slide Number Placeholder 3"/>
          <p:cNvSpPr>
            <a:spLocks noGrp="1"/>
          </p:cNvSpPr>
          <p:nvPr>
            <p:ph type="sldNum" sz="quarter" idx="10"/>
          </p:nvPr>
        </p:nvSpPr>
        <p:spPr bwMode="auto"/>
        <p:txBody>
          <a:bodyPr/>
          <a:lstStyle/>
          <a:p>
            <a:pPr>
              <a:defRPr/>
            </a:pPr>
            <a:fld id="{872B31F7-F29C-B95F-26E8-D0F309A2F056}"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879210" name="Slide Image Placeholder 1"/>
          <p:cNvSpPr>
            <a:spLocks noChangeAspect="1" noGrp="1" noRot="1"/>
          </p:cNvSpPr>
          <p:nvPr>
            <p:ph type="sldImg"/>
          </p:nvPr>
        </p:nvSpPr>
        <p:spPr bwMode="auto"/>
      </p:sp>
      <p:sp>
        <p:nvSpPr>
          <p:cNvPr id="2102380980" name="Notes Placeholder 2"/>
          <p:cNvSpPr>
            <a:spLocks noGrp="1"/>
          </p:cNvSpPr>
          <p:nvPr>
            <p:ph type="body" idx="1"/>
          </p:nvPr>
        </p:nvSpPr>
        <p:spPr bwMode="auto"/>
        <p:txBody>
          <a:bodyPr/>
          <a:lstStyle/>
          <a:p>
            <a:pPr>
              <a:defRPr/>
            </a:pPr>
            <a:endParaRPr/>
          </a:p>
        </p:txBody>
      </p:sp>
      <p:sp>
        <p:nvSpPr>
          <p:cNvPr id="1500583070" name="Slide Number Placeholder 3"/>
          <p:cNvSpPr>
            <a:spLocks noGrp="1"/>
          </p:cNvSpPr>
          <p:nvPr>
            <p:ph type="sldNum" sz="quarter" idx="10"/>
          </p:nvPr>
        </p:nvSpPr>
        <p:spPr bwMode="auto"/>
        <p:txBody>
          <a:bodyPr/>
          <a:lstStyle/>
          <a:p>
            <a:pPr>
              <a:defRPr/>
            </a:pPr>
            <a:fld id="{E422F708-7B40-62F7-62DD-036FC40250B3}"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1072561" name="Slide Image Placeholder 1"/>
          <p:cNvSpPr>
            <a:spLocks noChangeAspect="1" noGrp="1" noRot="1"/>
          </p:cNvSpPr>
          <p:nvPr>
            <p:ph type="sldImg"/>
          </p:nvPr>
        </p:nvSpPr>
        <p:spPr bwMode="auto"/>
      </p:sp>
      <p:sp>
        <p:nvSpPr>
          <p:cNvPr id="508011917" name="Notes Placeholder 2"/>
          <p:cNvSpPr>
            <a:spLocks noGrp="1"/>
          </p:cNvSpPr>
          <p:nvPr>
            <p:ph type="body" idx="1"/>
          </p:nvPr>
        </p:nvSpPr>
        <p:spPr bwMode="auto"/>
        <p:txBody>
          <a:bodyPr/>
          <a:lstStyle/>
          <a:p>
            <a:pPr>
              <a:defRPr/>
            </a:pPr>
            <a:endParaRPr/>
          </a:p>
        </p:txBody>
      </p:sp>
      <p:sp>
        <p:nvSpPr>
          <p:cNvPr id="1562293442" name="Slide Number Placeholder 3"/>
          <p:cNvSpPr>
            <a:spLocks noGrp="1"/>
          </p:cNvSpPr>
          <p:nvPr>
            <p:ph type="sldNum" sz="quarter" idx="10"/>
          </p:nvPr>
        </p:nvSpPr>
        <p:spPr bwMode="auto"/>
        <p:txBody>
          <a:bodyPr/>
          <a:lstStyle/>
          <a:p>
            <a:pPr>
              <a:defRPr/>
            </a:pPr>
            <a:fld id="{66081CC9-A38C-8FE4-F012-094B49776A0B}" type="slidenum">
              <a:rPr/>
              <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0324248" name="Slide Image Placeholder 1"/>
          <p:cNvSpPr>
            <a:spLocks noChangeAspect="1" noGrp="1" noRot="1"/>
          </p:cNvSpPr>
          <p:nvPr>
            <p:ph type="sldImg"/>
          </p:nvPr>
        </p:nvSpPr>
        <p:spPr bwMode="auto"/>
      </p:sp>
      <p:sp>
        <p:nvSpPr>
          <p:cNvPr id="1412529088" name="Notes Placeholder 2"/>
          <p:cNvSpPr>
            <a:spLocks noGrp="1"/>
          </p:cNvSpPr>
          <p:nvPr>
            <p:ph type="body" idx="1"/>
          </p:nvPr>
        </p:nvSpPr>
        <p:spPr bwMode="auto"/>
        <p:txBody>
          <a:bodyPr/>
          <a:lstStyle/>
          <a:p>
            <a:pPr>
              <a:defRPr/>
            </a:pPr>
            <a:endParaRPr/>
          </a:p>
        </p:txBody>
      </p:sp>
      <p:sp>
        <p:nvSpPr>
          <p:cNvPr id="1146416789" name="Slide Number Placeholder 3"/>
          <p:cNvSpPr>
            <a:spLocks noGrp="1"/>
          </p:cNvSpPr>
          <p:nvPr>
            <p:ph type="sldNum" sz="quarter" idx="10"/>
          </p:nvPr>
        </p:nvSpPr>
        <p:spPr bwMode="auto"/>
        <p:txBody>
          <a:bodyPr/>
          <a:lstStyle/>
          <a:p>
            <a:pPr>
              <a:defRPr/>
            </a:pPr>
            <a:fld id="{610867FA-F28D-63E3-B160-2DC045FE0697}"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178835" name="Slide Image Placeholder 1"/>
          <p:cNvSpPr>
            <a:spLocks noChangeAspect="1" noGrp="1" noRot="1"/>
          </p:cNvSpPr>
          <p:nvPr>
            <p:ph type="sldImg"/>
          </p:nvPr>
        </p:nvSpPr>
        <p:spPr bwMode="auto"/>
      </p:sp>
      <p:sp>
        <p:nvSpPr>
          <p:cNvPr id="1337748826" name="Notes Placeholder 2"/>
          <p:cNvSpPr>
            <a:spLocks noGrp="1"/>
          </p:cNvSpPr>
          <p:nvPr>
            <p:ph type="body" idx="1"/>
          </p:nvPr>
        </p:nvSpPr>
        <p:spPr bwMode="auto"/>
        <p:txBody>
          <a:bodyPr/>
          <a:lstStyle/>
          <a:p>
            <a:pPr>
              <a:defRPr/>
            </a:pPr>
            <a:endParaRPr/>
          </a:p>
        </p:txBody>
      </p:sp>
      <p:sp>
        <p:nvSpPr>
          <p:cNvPr id="1611898833" name="Slide Number Placeholder 3"/>
          <p:cNvSpPr>
            <a:spLocks noGrp="1"/>
          </p:cNvSpPr>
          <p:nvPr>
            <p:ph type="sldNum" sz="quarter" idx="10"/>
          </p:nvPr>
        </p:nvSpPr>
        <p:spPr bwMode="auto"/>
        <p:txBody>
          <a:bodyPr/>
          <a:lstStyle/>
          <a:p>
            <a:pPr>
              <a:defRPr/>
            </a:pPr>
            <a:fld id="{3ECDB910-2775-57D3-CB4A-6E6DB575508D}" type="slidenum">
              <a:rPr/>
              <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5982737" name="Slide Image Placeholder 1"/>
          <p:cNvSpPr>
            <a:spLocks noChangeAspect="1" noGrp="1" noRot="1"/>
          </p:cNvSpPr>
          <p:nvPr>
            <p:ph type="sldImg"/>
          </p:nvPr>
        </p:nvSpPr>
        <p:spPr bwMode="auto"/>
      </p:sp>
      <p:sp>
        <p:nvSpPr>
          <p:cNvPr id="2021949574" name="Notes Placeholder 2"/>
          <p:cNvSpPr>
            <a:spLocks noGrp="1"/>
          </p:cNvSpPr>
          <p:nvPr>
            <p:ph type="body" idx="1"/>
          </p:nvPr>
        </p:nvSpPr>
        <p:spPr bwMode="auto"/>
        <p:txBody>
          <a:bodyPr/>
          <a:lstStyle/>
          <a:p>
            <a:pPr>
              <a:defRPr/>
            </a:pPr>
            <a:endParaRPr/>
          </a:p>
        </p:txBody>
      </p:sp>
      <p:sp>
        <p:nvSpPr>
          <p:cNvPr id="1239681038" name="Slide Number Placeholder 3"/>
          <p:cNvSpPr>
            <a:spLocks noGrp="1"/>
          </p:cNvSpPr>
          <p:nvPr>
            <p:ph type="sldNum" sz="quarter" idx="10"/>
          </p:nvPr>
        </p:nvSpPr>
        <p:spPr bwMode="auto"/>
        <p:txBody>
          <a:bodyPr/>
          <a:lstStyle/>
          <a:p>
            <a:pPr>
              <a:defRPr/>
            </a:pPr>
            <a:fld id="{188E9BBB-85CE-6CD4-4543-0208698A3EFC}" type="slidenum">
              <a:rPr/>
              <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5780246" name="Slide Image Placeholder 1"/>
          <p:cNvSpPr>
            <a:spLocks noChangeAspect="1" noGrp="1" noRot="1"/>
          </p:cNvSpPr>
          <p:nvPr>
            <p:ph type="sldImg"/>
          </p:nvPr>
        </p:nvSpPr>
        <p:spPr bwMode="auto"/>
      </p:sp>
      <p:sp>
        <p:nvSpPr>
          <p:cNvPr id="1539277475" name="Notes Placeholder 2"/>
          <p:cNvSpPr>
            <a:spLocks noGrp="1"/>
          </p:cNvSpPr>
          <p:nvPr>
            <p:ph type="body" idx="1"/>
          </p:nvPr>
        </p:nvSpPr>
        <p:spPr bwMode="auto"/>
        <p:txBody>
          <a:bodyPr/>
          <a:lstStyle/>
          <a:p>
            <a:pPr>
              <a:defRPr/>
            </a:pPr>
            <a:endParaRPr/>
          </a:p>
        </p:txBody>
      </p:sp>
      <p:sp>
        <p:nvSpPr>
          <p:cNvPr id="660408626" name="Slide Number Placeholder 3"/>
          <p:cNvSpPr>
            <a:spLocks noGrp="1"/>
          </p:cNvSpPr>
          <p:nvPr>
            <p:ph type="sldNum" sz="quarter" idx="10"/>
          </p:nvPr>
        </p:nvSpPr>
        <p:spPr bwMode="auto"/>
        <p:txBody>
          <a:bodyPr/>
          <a:lstStyle/>
          <a:p>
            <a:pPr>
              <a:defRPr/>
            </a:pPr>
            <a:fld id="{3FAB0B0B-F9EE-7B6C-0617-A6C2CEA26779}" type="slidenum">
              <a:rPr/>
              <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2659358" name="Slide Image Placeholder 1"/>
          <p:cNvSpPr>
            <a:spLocks noChangeAspect="1" noGrp="1" noRot="1"/>
          </p:cNvSpPr>
          <p:nvPr>
            <p:ph type="sldImg"/>
          </p:nvPr>
        </p:nvSpPr>
        <p:spPr bwMode="auto"/>
      </p:sp>
      <p:sp>
        <p:nvSpPr>
          <p:cNvPr id="138954127" name="Notes Placeholder 2"/>
          <p:cNvSpPr>
            <a:spLocks noGrp="1"/>
          </p:cNvSpPr>
          <p:nvPr>
            <p:ph type="body" idx="1"/>
          </p:nvPr>
        </p:nvSpPr>
        <p:spPr bwMode="auto"/>
        <p:txBody>
          <a:bodyPr/>
          <a:lstStyle/>
          <a:p>
            <a:pPr>
              <a:defRPr/>
            </a:pPr>
            <a:endParaRPr/>
          </a:p>
        </p:txBody>
      </p:sp>
      <p:sp>
        <p:nvSpPr>
          <p:cNvPr id="259933477" name="Slide Number Placeholder 3"/>
          <p:cNvSpPr>
            <a:spLocks noGrp="1"/>
          </p:cNvSpPr>
          <p:nvPr>
            <p:ph type="sldNum" sz="quarter" idx="10"/>
          </p:nvPr>
        </p:nvSpPr>
        <p:spPr bwMode="auto"/>
        <p:txBody>
          <a:bodyPr/>
          <a:lstStyle/>
          <a:p>
            <a:pPr>
              <a:defRPr/>
            </a:pPr>
            <a:fld id="{62AF644D-E438-C026-6AAC-6224D8B6103F}" type="slidenum">
              <a:rPr/>
              <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5813579" name="Slide Image Placeholder 1"/>
          <p:cNvSpPr>
            <a:spLocks noChangeAspect="1" noGrp="1" noRot="1"/>
          </p:cNvSpPr>
          <p:nvPr>
            <p:ph type="sldImg"/>
          </p:nvPr>
        </p:nvSpPr>
        <p:spPr bwMode="auto"/>
      </p:sp>
      <p:sp>
        <p:nvSpPr>
          <p:cNvPr id="1778616271" name="Notes Placeholder 2"/>
          <p:cNvSpPr>
            <a:spLocks noGrp="1"/>
          </p:cNvSpPr>
          <p:nvPr>
            <p:ph type="body" idx="1"/>
          </p:nvPr>
        </p:nvSpPr>
        <p:spPr bwMode="auto"/>
        <p:txBody>
          <a:bodyPr/>
          <a:lstStyle/>
          <a:p>
            <a:pPr>
              <a:defRPr/>
            </a:pPr>
            <a:endParaRPr/>
          </a:p>
        </p:txBody>
      </p:sp>
      <p:sp>
        <p:nvSpPr>
          <p:cNvPr id="1139334543" name="Slide Number Placeholder 3"/>
          <p:cNvSpPr>
            <a:spLocks noGrp="1"/>
          </p:cNvSpPr>
          <p:nvPr>
            <p:ph type="sldNum" sz="quarter" idx="10"/>
          </p:nvPr>
        </p:nvSpPr>
        <p:spPr bwMode="auto"/>
        <p:txBody>
          <a:bodyPr/>
          <a:lstStyle/>
          <a:p>
            <a:pPr>
              <a:defRPr/>
            </a:pPr>
            <a:fld id="{944AEADD-01D6-0980-06C5-F257B75E56F6}" type="slidenum">
              <a:rPr/>
              <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6140635" name="Slide Image Placeholder 1"/>
          <p:cNvSpPr>
            <a:spLocks noChangeAspect="1" noGrp="1" noRot="1"/>
          </p:cNvSpPr>
          <p:nvPr>
            <p:ph type="sldImg"/>
          </p:nvPr>
        </p:nvSpPr>
        <p:spPr bwMode="auto"/>
      </p:sp>
      <p:sp>
        <p:nvSpPr>
          <p:cNvPr id="2090735213" name="Notes Placeholder 2"/>
          <p:cNvSpPr>
            <a:spLocks noGrp="1"/>
          </p:cNvSpPr>
          <p:nvPr>
            <p:ph type="body" idx="1"/>
          </p:nvPr>
        </p:nvSpPr>
        <p:spPr bwMode="auto"/>
        <p:txBody>
          <a:bodyPr/>
          <a:lstStyle/>
          <a:p>
            <a:pPr>
              <a:defRPr/>
            </a:pPr>
            <a:endParaRPr/>
          </a:p>
        </p:txBody>
      </p:sp>
      <p:sp>
        <p:nvSpPr>
          <p:cNvPr id="523795335" name="Slide Number Placeholder 3"/>
          <p:cNvSpPr>
            <a:spLocks noGrp="1"/>
          </p:cNvSpPr>
          <p:nvPr>
            <p:ph type="sldNum" sz="quarter" idx="10"/>
          </p:nvPr>
        </p:nvSpPr>
        <p:spPr bwMode="auto"/>
        <p:txBody>
          <a:bodyPr/>
          <a:lstStyle/>
          <a:p>
            <a:pPr>
              <a:defRPr/>
            </a:pPr>
            <a:fld id="{F6F782B4-22D3-AA88-F5D2-F42DFD8647AA}" type="slidenum">
              <a:rPr/>
              <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1393680" name="Slide Image Placeholder 1"/>
          <p:cNvSpPr>
            <a:spLocks noChangeAspect="1" noGrp="1" noRot="1"/>
          </p:cNvSpPr>
          <p:nvPr>
            <p:ph type="sldImg"/>
          </p:nvPr>
        </p:nvSpPr>
        <p:spPr bwMode="auto"/>
      </p:sp>
      <p:sp>
        <p:nvSpPr>
          <p:cNvPr id="906669577" name="Notes Placeholder 2"/>
          <p:cNvSpPr>
            <a:spLocks noGrp="1"/>
          </p:cNvSpPr>
          <p:nvPr>
            <p:ph type="body" idx="1"/>
          </p:nvPr>
        </p:nvSpPr>
        <p:spPr bwMode="auto"/>
        <p:txBody>
          <a:bodyPr/>
          <a:lstStyle/>
          <a:p>
            <a:pPr>
              <a:defRPr/>
            </a:pPr>
            <a:endParaRPr/>
          </a:p>
        </p:txBody>
      </p:sp>
      <p:sp>
        <p:nvSpPr>
          <p:cNvPr id="1920044789" name="Slide Number Placeholder 3"/>
          <p:cNvSpPr>
            <a:spLocks noGrp="1"/>
          </p:cNvSpPr>
          <p:nvPr>
            <p:ph type="sldNum" sz="quarter" idx="10"/>
          </p:nvPr>
        </p:nvSpPr>
        <p:spPr bwMode="auto"/>
        <p:txBody>
          <a:bodyPr/>
          <a:lstStyle/>
          <a:p>
            <a:pPr>
              <a:defRPr/>
            </a:pPr>
            <a:fld id="{5D4705C9-338D-8111-BE0B-1A65F5E33E5E}" type="slidenum">
              <a:rPr/>
              <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3489518" name="Slide Image Placeholder 1"/>
          <p:cNvSpPr>
            <a:spLocks noChangeAspect="1" noGrp="1" noRot="1"/>
          </p:cNvSpPr>
          <p:nvPr>
            <p:ph type="sldImg"/>
          </p:nvPr>
        </p:nvSpPr>
        <p:spPr bwMode="auto"/>
      </p:sp>
      <p:sp>
        <p:nvSpPr>
          <p:cNvPr id="586084459" name="Notes Placeholder 2"/>
          <p:cNvSpPr>
            <a:spLocks noGrp="1"/>
          </p:cNvSpPr>
          <p:nvPr>
            <p:ph type="body" idx="1"/>
          </p:nvPr>
        </p:nvSpPr>
        <p:spPr bwMode="auto"/>
        <p:txBody>
          <a:bodyPr/>
          <a:lstStyle/>
          <a:p>
            <a:pPr>
              <a:defRPr/>
            </a:pPr>
            <a:endParaRPr/>
          </a:p>
        </p:txBody>
      </p:sp>
      <p:sp>
        <p:nvSpPr>
          <p:cNvPr id="1717754964" name="Slide Number Placeholder 3"/>
          <p:cNvSpPr>
            <a:spLocks noGrp="1"/>
          </p:cNvSpPr>
          <p:nvPr>
            <p:ph type="sldNum" sz="quarter" idx="10"/>
          </p:nvPr>
        </p:nvSpPr>
        <p:spPr bwMode="auto"/>
        <p:txBody>
          <a:bodyPr/>
          <a:lstStyle/>
          <a:p>
            <a:pPr>
              <a:defRPr/>
            </a:pPr>
            <a:fld id="{246A2F22-FA16-4C2F-471B-855C7E1E7DA2}" type="slidenum">
              <a:rPr/>
              <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5076026" name="Slide Image Placeholder 1"/>
          <p:cNvSpPr>
            <a:spLocks noChangeAspect="1" noGrp="1" noRot="1"/>
          </p:cNvSpPr>
          <p:nvPr>
            <p:ph type="sldImg"/>
          </p:nvPr>
        </p:nvSpPr>
        <p:spPr bwMode="auto"/>
      </p:sp>
      <p:sp>
        <p:nvSpPr>
          <p:cNvPr id="29738311" name="Notes Placeholder 2"/>
          <p:cNvSpPr>
            <a:spLocks noGrp="1"/>
          </p:cNvSpPr>
          <p:nvPr>
            <p:ph type="body" idx="1"/>
          </p:nvPr>
        </p:nvSpPr>
        <p:spPr bwMode="auto"/>
        <p:txBody>
          <a:bodyPr/>
          <a:lstStyle/>
          <a:p>
            <a:pPr>
              <a:defRPr/>
            </a:pPr>
            <a:endParaRPr/>
          </a:p>
        </p:txBody>
      </p:sp>
      <p:sp>
        <p:nvSpPr>
          <p:cNvPr id="723489632" name="Slide Number Placeholder 3"/>
          <p:cNvSpPr>
            <a:spLocks noGrp="1"/>
          </p:cNvSpPr>
          <p:nvPr>
            <p:ph type="sldNum" sz="quarter" idx="10"/>
          </p:nvPr>
        </p:nvSpPr>
        <p:spPr bwMode="auto"/>
        <p:txBody>
          <a:bodyPr/>
          <a:lstStyle/>
          <a:p>
            <a:pPr>
              <a:defRPr/>
            </a:pPr>
            <a:fld id="{2A297C35-9399-E374-E282-4C7B2C756201}" type="slidenum">
              <a:rPr/>
              <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0525207" name="Slide Image Placeholder 1"/>
          <p:cNvSpPr>
            <a:spLocks noChangeAspect="1" noGrp="1" noRot="1"/>
          </p:cNvSpPr>
          <p:nvPr>
            <p:ph type="sldImg"/>
          </p:nvPr>
        </p:nvSpPr>
        <p:spPr bwMode="auto"/>
      </p:sp>
      <p:sp>
        <p:nvSpPr>
          <p:cNvPr id="961835031" name="Notes Placeholder 2"/>
          <p:cNvSpPr>
            <a:spLocks noGrp="1"/>
          </p:cNvSpPr>
          <p:nvPr>
            <p:ph type="body" idx="1"/>
          </p:nvPr>
        </p:nvSpPr>
        <p:spPr bwMode="auto"/>
        <p:txBody>
          <a:bodyPr/>
          <a:lstStyle/>
          <a:p>
            <a:pPr>
              <a:defRPr/>
            </a:pPr>
            <a:endParaRPr/>
          </a:p>
        </p:txBody>
      </p:sp>
      <p:sp>
        <p:nvSpPr>
          <p:cNvPr id="1242741968" name="Slide Number Placeholder 3"/>
          <p:cNvSpPr>
            <a:spLocks noGrp="1"/>
          </p:cNvSpPr>
          <p:nvPr>
            <p:ph type="sldNum" sz="quarter" idx="10"/>
          </p:nvPr>
        </p:nvSpPr>
        <p:spPr bwMode="auto"/>
        <p:txBody>
          <a:bodyPr/>
          <a:lstStyle/>
          <a:p>
            <a:pPr>
              <a:defRPr/>
            </a:pPr>
            <a:fld id="{A164DB0E-1F84-038A-DF2B-DFEA48867217}" type="slidenum">
              <a:rPr/>
              <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1385843" name="Slide Image Placeholder 1"/>
          <p:cNvSpPr>
            <a:spLocks noChangeAspect="1" noGrp="1" noRot="1"/>
          </p:cNvSpPr>
          <p:nvPr>
            <p:ph type="sldImg"/>
          </p:nvPr>
        </p:nvSpPr>
        <p:spPr bwMode="auto"/>
      </p:sp>
      <p:sp>
        <p:nvSpPr>
          <p:cNvPr id="1762188222" name="Notes Placeholder 2"/>
          <p:cNvSpPr>
            <a:spLocks noGrp="1"/>
          </p:cNvSpPr>
          <p:nvPr>
            <p:ph type="body" idx="1"/>
          </p:nvPr>
        </p:nvSpPr>
        <p:spPr bwMode="auto"/>
        <p:txBody>
          <a:bodyPr/>
          <a:lstStyle/>
          <a:p>
            <a:pPr>
              <a:defRPr/>
            </a:pPr>
            <a:endParaRPr/>
          </a:p>
        </p:txBody>
      </p:sp>
      <p:sp>
        <p:nvSpPr>
          <p:cNvPr id="2145724889" name="Slide Number Placeholder 3"/>
          <p:cNvSpPr>
            <a:spLocks noGrp="1"/>
          </p:cNvSpPr>
          <p:nvPr>
            <p:ph type="sldNum" sz="quarter" idx="10"/>
          </p:nvPr>
        </p:nvSpPr>
        <p:spPr bwMode="auto"/>
        <p:txBody>
          <a:bodyPr/>
          <a:lstStyle/>
          <a:p>
            <a:pPr>
              <a:defRPr/>
            </a:pPr>
            <a:fld id="{C9379374-479A-966B-F261-E8F9411D219B}" type="slidenum">
              <a:rPr/>
              <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5815537" name="Slide Image Placeholder 1"/>
          <p:cNvSpPr>
            <a:spLocks noChangeAspect="1" noGrp="1" noRot="1"/>
          </p:cNvSpPr>
          <p:nvPr>
            <p:ph type="sldImg"/>
          </p:nvPr>
        </p:nvSpPr>
        <p:spPr bwMode="auto"/>
      </p:sp>
      <p:sp>
        <p:nvSpPr>
          <p:cNvPr id="2027378046" name="Notes Placeholder 2"/>
          <p:cNvSpPr>
            <a:spLocks noGrp="1"/>
          </p:cNvSpPr>
          <p:nvPr>
            <p:ph type="body" idx="1"/>
          </p:nvPr>
        </p:nvSpPr>
        <p:spPr bwMode="auto"/>
        <p:txBody>
          <a:bodyPr/>
          <a:lstStyle/>
          <a:p>
            <a:pPr>
              <a:defRPr/>
            </a:pPr>
            <a:endParaRPr/>
          </a:p>
        </p:txBody>
      </p:sp>
      <p:sp>
        <p:nvSpPr>
          <p:cNvPr id="1389900066" name="Slide Number Placeholder 3"/>
          <p:cNvSpPr>
            <a:spLocks noGrp="1"/>
          </p:cNvSpPr>
          <p:nvPr>
            <p:ph type="sldNum" sz="quarter" idx="10"/>
          </p:nvPr>
        </p:nvSpPr>
        <p:spPr bwMode="auto"/>
        <p:txBody>
          <a:bodyPr/>
          <a:lstStyle/>
          <a:p>
            <a:pPr>
              <a:defRPr/>
            </a:pPr>
            <a:fld id="{3D719696-8DF5-B655-4908-82B37B1A6E2B}" type="slidenum">
              <a:rPr/>
              <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5813175" name="Slide Image Placeholder 1"/>
          <p:cNvSpPr>
            <a:spLocks noChangeAspect="1" noGrp="1" noRot="1"/>
          </p:cNvSpPr>
          <p:nvPr>
            <p:ph type="sldImg"/>
          </p:nvPr>
        </p:nvSpPr>
        <p:spPr bwMode="auto"/>
      </p:sp>
      <p:sp>
        <p:nvSpPr>
          <p:cNvPr id="100607848" name="Notes Placeholder 2"/>
          <p:cNvSpPr>
            <a:spLocks noGrp="1"/>
          </p:cNvSpPr>
          <p:nvPr>
            <p:ph type="body" idx="1"/>
          </p:nvPr>
        </p:nvSpPr>
        <p:spPr bwMode="auto"/>
        <p:txBody>
          <a:bodyPr/>
          <a:lstStyle/>
          <a:p>
            <a:pPr>
              <a:defRPr/>
            </a:pPr>
            <a:endParaRPr/>
          </a:p>
        </p:txBody>
      </p:sp>
      <p:sp>
        <p:nvSpPr>
          <p:cNvPr id="2517251" name="Slide Number Placeholder 3"/>
          <p:cNvSpPr>
            <a:spLocks noGrp="1"/>
          </p:cNvSpPr>
          <p:nvPr>
            <p:ph type="sldNum" sz="quarter" idx="10"/>
          </p:nvPr>
        </p:nvSpPr>
        <p:spPr bwMode="auto"/>
        <p:txBody>
          <a:bodyPr/>
          <a:lstStyle/>
          <a:p>
            <a:pPr>
              <a:defRPr/>
            </a:pPr>
            <a:fld id="{7E319F04-0E70-AB3E-EFA7-9BF3099C47FE}" type="slidenum">
              <a:rPr/>
              <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6591144" name="Slide Image Placeholder 1"/>
          <p:cNvSpPr>
            <a:spLocks noChangeAspect="1" noGrp="1" noRot="1"/>
          </p:cNvSpPr>
          <p:nvPr>
            <p:ph type="sldImg"/>
          </p:nvPr>
        </p:nvSpPr>
        <p:spPr bwMode="auto"/>
      </p:sp>
      <p:sp>
        <p:nvSpPr>
          <p:cNvPr id="407920796" name="Notes Placeholder 2"/>
          <p:cNvSpPr>
            <a:spLocks noGrp="1"/>
          </p:cNvSpPr>
          <p:nvPr>
            <p:ph type="body" idx="1"/>
          </p:nvPr>
        </p:nvSpPr>
        <p:spPr bwMode="auto"/>
        <p:txBody>
          <a:bodyPr/>
          <a:lstStyle/>
          <a:p>
            <a:pPr>
              <a:defRPr/>
            </a:pPr>
            <a:endParaRPr/>
          </a:p>
        </p:txBody>
      </p:sp>
      <p:sp>
        <p:nvSpPr>
          <p:cNvPr id="2068962987" name="Slide Number Placeholder 3"/>
          <p:cNvSpPr>
            <a:spLocks noGrp="1"/>
          </p:cNvSpPr>
          <p:nvPr>
            <p:ph type="sldNum" sz="quarter" idx="10"/>
          </p:nvPr>
        </p:nvSpPr>
        <p:spPr bwMode="auto"/>
        <p:txBody>
          <a:bodyPr/>
          <a:lstStyle/>
          <a:p>
            <a:pPr>
              <a:defRPr/>
            </a:pPr>
            <a:fld id="{33805E04-D588-9A00-53A1-3E8B16291CDB}" type="slidenum">
              <a:rPr/>
              <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88863711" name="Slide Image Placeholder 1"/>
          <p:cNvSpPr>
            <a:spLocks noChangeAspect="1" noGrp="1" noRot="1"/>
          </p:cNvSpPr>
          <p:nvPr>
            <p:ph type="sldImg"/>
          </p:nvPr>
        </p:nvSpPr>
        <p:spPr bwMode="auto"/>
      </p:sp>
      <p:sp>
        <p:nvSpPr>
          <p:cNvPr id="1435667494" name="Notes Placeholder 2"/>
          <p:cNvSpPr>
            <a:spLocks noGrp="1"/>
          </p:cNvSpPr>
          <p:nvPr>
            <p:ph type="body" idx="1"/>
          </p:nvPr>
        </p:nvSpPr>
        <p:spPr bwMode="auto"/>
        <p:txBody>
          <a:bodyPr/>
          <a:lstStyle/>
          <a:p>
            <a:pPr>
              <a:defRPr/>
            </a:pPr>
            <a:endParaRPr/>
          </a:p>
        </p:txBody>
      </p:sp>
      <p:sp>
        <p:nvSpPr>
          <p:cNvPr id="719254327" name="Slide Number Placeholder 3"/>
          <p:cNvSpPr>
            <a:spLocks noGrp="1"/>
          </p:cNvSpPr>
          <p:nvPr>
            <p:ph type="sldNum" sz="quarter" idx="10"/>
          </p:nvPr>
        </p:nvSpPr>
        <p:spPr bwMode="auto"/>
        <p:txBody>
          <a:bodyPr/>
          <a:lstStyle/>
          <a:p>
            <a:pPr>
              <a:defRPr/>
            </a:pPr>
            <a:fld id="{5E2497C5-1D97-D619-C6F7-7FE20A50D0CB}" type="slidenum">
              <a:rPr/>
              <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2066446" name="Slide Image Placeholder 1"/>
          <p:cNvSpPr>
            <a:spLocks noChangeAspect="1" noGrp="1" noRot="1"/>
          </p:cNvSpPr>
          <p:nvPr>
            <p:ph type="sldImg"/>
          </p:nvPr>
        </p:nvSpPr>
        <p:spPr bwMode="auto"/>
      </p:sp>
      <p:sp>
        <p:nvSpPr>
          <p:cNvPr id="242579235" name="Notes Placeholder 2"/>
          <p:cNvSpPr>
            <a:spLocks noGrp="1"/>
          </p:cNvSpPr>
          <p:nvPr>
            <p:ph type="body" idx="1"/>
          </p:nvPr>
        </p:nvSpPr>
        <p:spPr bwMode="auto"/>
        <p:txBody>
          <a:bodyPr/>
          <a:lstStyle/>
          <a:p>
            <a:pPr>
              <a:defRPr/>
            </a:pPr>
            <a:endParaRPr/>
          </a:p>
        </p:txBody>
      </p:sp>
      <p:sp>
        <p:nvSpPr>
          <p:cNvPr id="648018185" name="Slide Number Placeholder 3"/>
          <p:cNvSpPr>
            <a:spLocks noGrp="1"/>
          </p:cNvSpPr>
          <p:nvPr>
            <p:ph type="sldNum" sz="quarter" idx="10"/>
          </p:nvPr>
        </p:nvSpPr>
        <p:spPr bwMode="auto"/>
        <p:txBody>
          <a:bodyPr/>
          <a:lstStyle/>
          <a:p>
            <a:pPr>
              <a:defRPr/>
            </a:pPr>
            <a:fld id="{9C855DEB-4BB8-23A3-42CE-3D6AF88E2ACB}" type="slidenum">
              <a:rPr/>
              <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1653298" name="Slide Image Placeholder 1"/>
          <p:cNvSpPr>
            <a:spLocks noChangeAspect="1" noGrp="1" noRot="1"/>
          </p:cNvSpPr>
          <p:nvPr>
            <p:ph type="sldImg"/>
          </p:nvPr>
        </p:nvSpPr>
        <p:spPr bwMode="auto"/>
      </p:sp>
      <p:sp>
        <p:nvSpPr>
          <p:cNvPr id="1497416330" name="Notes Placeholder 2"/>
          <p:cNvSpPr>
            <a:spLocks noGrp="1"/>
          </p:cNvSpPr>
          <p:nvPr>
            <p:ph type="body" idx="1"/>
          </p:nvPr>
        </p:nvSpPr>
        <p:spPr bwMode="auto"/>
        <p:txBody>
          <a:bodyPr/>
          <a:lstStyle/>
          <a:p>
            <a:pPr>
              <a:defRPr/>
            </a:pPr>
            <a:endParaRPr/>
          </a:p>
        </p:txBody>
      </p:sp>
      <p:sp>
        <p:nvSpPr>
          <p:cNvPr id="113811947" name="Slide Number Placeholder 3"/>
          <p:cNvSpPr>
            <a:spLocks noGrp="1"/>
          </p:cNvSpPr>
          <p:nvPr>
            <p:ph type="sldNum" sz="quarter" idx="10"/>
          </p:nvPr>
        </p:nvSpPr>
        <p:spPr bwMode="auto"/>
        <p:txBody>
          <a:bodyPr/>
          <a:lstStyle/>
          <a:p>
            <a:pPr>
              <a:defRPr/>
            </a:pPr>
            <a:fld id="{8CCF5E5E-2133-5A5E-5928-6AF367D13371}" type="slidenum">
              <a:rPr/>
              <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6396051" name="Slide Image Placeholder 1"/>
          <p:cNvSpPr>
            <a:spLocks noChangeAspect="1" noGrp="1" noRot="1"/>
          </p:cNvSpPr>
          <p:nvPr>
            <p:ph type="sldImg"/>
          </p:nvPr>
        </p:nvSpPr>
        <p:spPr bwMode="auto"/>
      </p:sp>
      <p:sp>
        <p:nvSpPr>
          <p:cNvPr id="1750686701" name="Notes Placeholder 2"/>
          <p:cNvSpPr>
            <a:spLocks noGrp="1"/>
          </p:cNvSpPr>
          <p:nvPr>
            <p:ph type="body" idx="1"/>
          </p:nvPr>
        </p:nvSpPr>
        <p:spPr bwMode="auto"/>
        <p:txBody>
          <a:bodyPr/>
          <a:lstStyle/>
          <a:p>
            <a:pPr>
              <a:defRPr/>
            </a:pPr>
            <a:endParaRPr/>
          </a:p>
        </p:txBody>
      </p:sp>
      <p:sp>
        <p:nvSpPr>
          <p:cNvPr id="1706648393" name="Slide Number Placeholder 3"/>
          <p:cNvSpPr>
            <a:spLocks noGrp="1"/>
          </p:cNvSpPr>
          <p:nvPr>
            <p:ph type="sldNum" sz="quarter" idx="10"/>
          </p:nvPr>
        </p:nvSpPr>
        <p:spPr bwMode="auto"/>
        <p:txBody>
          <a:bodyPr/>
          <a:lstStyle/>
          <a:p>
            <a:pPr>
              <a:defRPr/>
            </a:pPr>
            <a:fld id="{578C2AB2-4D18-276A-699C-F819108CE583}" type="slidenum">
              <a:rPr/>
              <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3636455" name="Slide Image Placeholder 1"/>
          <p:cNvSpPr>
            <a:spLocks noChangeAspect="1" noGrp="1" noRot="1"/>
          </p:cNvSpPr>
          <p:nvPr>
            <p:ph type="sldImg"/>
          </p:nvPr>
        </p:nvSpPr>
        <p:spPr bwMode="auto"/>
      </p:sp>
      <p:sp>
        <p:nvSpPr>
          <p:cNvPr id="877729178" name="Notes Placeholder 2"/>
          <p:cNvSpPr>
            <a:spLocks noGrp="1"/>
          </p:cNvSpPr>
          <p:nvPr>
            <p:ph type="body" idx="1"/>
          </p:nvPr>
        </p:nvSpPr>
        <p:spPr bwMode="auto"/>
        <p:txBody>
          <a:bodyPr/>
          <a:lstStyle/>
          <a:p>
            <a:pPr>
              <a:defRPr/>
            </a:pPr>
            <a:endParaRPr/>
          </a:p>
        </p:txBody>
      </p:sp>
      <p:sp>
        <p:nvSpPr>
          <p:cNvPr id="151666745" name="Slide Number Placeholder 3"/>
          <p:cNvSpPr>
            <a:spLocks noGrp="1"/>
          </p:cNvSpPr>
          <p:nvPr>
            <p:ph type="sldNum" sz="quarter" idx="10"/>
          </p:nvPr>
        </p:nvSpPr>
        <p:spPr bwMode="auto"/>
        <p:txBody>
          <a:bodyPr/>
          <a:lstStyle/>
          <a:p>
            <a:pPr>
              <a:defRPr/>
            </a:pPr>
            <a:fld id="{29635D5D-C8CA-0327-54CD-CB69A636E1EC}" type="slidenum">
              <a:rPr/>
              <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0005849" name="Slide Image Placeholder 1"/>
          <p:cNvSpPr>
            <a:spLocks noChangeAspect="1" noGrp="1" noRot="1"/>
          </p:cNvSpPr>
          <p:nvPr>
            <p:ph type="sldImg"/>
          </p:nvPr>
        </p:nvSpPr>
        <p:spPr bwMode="auto"/>
      </p:sp>
      <p:sp>
        <p:nvSpPr>
          <p:cNvPr id="1501029816" name="Notes Placeholder 2"/>
          <p:cNvSpPr>
            <a:spLocks noGrp="1"/>
          </p:cNvSpPr>
          <p:nvPr>
            <p:ph type="body" idx="1"/>
          </p:nvPr>
        </p:nvSpPr>
        <p:spPr bwMode="auto"/>
        <p:txBody>
          <a:bodyPr/>
          <a:lstStyle/>
          <a:p>
            <a:pPr>
              <a:defRPr/>
            </a:pPr>
            <a:endParaRPr/>
          </a:p>
        </p:txBody>
      </p:sp>
      <p:sp>
        <p:nvSpPr>
          <p:cNvPr id="1880826812" name="Slide Number Placeholder 3"/>
          <p:cNvSpPr>
            <a:spLocks noGrp="1"/>
          </p:cNvSpPr>
          <p:nvPr>
            <p:ph type="sldNum" sz="quarter" idx="10"/>
          </p:nvPr>
        </p:nvSpPr>
        <p:spPr bwMode="auto"/>
        <p:txBody>
          <a:bodyPr/>
          <a:lstStyle/>
          <a:p>
            <a:pPr>
              <a:defRPr/>
            </a:pPr>
            <a:fld id="{1B8EE9A2-E0D9-27B8-C46C-E96F8B0E63C4}" type="slidenum">
              <a:rPr/>
              <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6323815" name="Slide Image Placeholder 1"/>
          <p:cNvSpPr>
            <a:spLocks noChangeAspect="1" noGrp="1" noRot="1"/>
          </p:cNvSpPr>
          <p:nvPr>
            <p:ph type="sldImg"/>
          </p:nvPr>
        </p:nvSpPr>
        <p:spPr bwMode="auto"/>
      </p:sp>
      <p:sp>
        <p:nvSpPr>
          <p:cNvPr id="650425643" name="Notes Placeholder 2"/>
          <p:cNvSpPr>
            <a:spLocks noGrp="1"/>
          </p:cNvSpPr>
          <p:nvPr>
            <p:ph type="body" idx="1"/>
          </p:nvPr>
        </p:nvSpPr>
        <p:spPr bwMode="auto"/>
        <p:txBody>
          <a:bodyPr/>
          <a:lstStyle/>
          <a:p>
            <a:pPr>
              <a:defRPr/>
            </a:pPr>
            <a:endParaRPr/>
          </a:p>
        </p:txBody>
      </p:sp>
      <p:sp>
        <p:nvSpPr>
          <p:cNvPr id="1795160413" name="Slide Number Placeholder 3"/>
          <p:cNvSpPr>
            <a:spLocks noGrp="1"/>
          </p:cNvSpPr>
          <p:nvPr>
            <p:ph type="sldNum" sz="quarter" idx="10"/>
          </p:nvPr>
        </p:nvSpPr>
        <p:spPr bwMode="auto"/>
        <p:txBody>
          <a:bodyPr/>
          <a:lstStyle/>
          <a:p>
            <a:pPr>
              <a:defRPr/>
            </a:pPr>
            <a:fld id="{B9FFE7B2-217B-11B6-9CC0-294F375662DB}" type="slidenum">
              <a:rPr/>
              <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4952602" name="Slide Image Placeholder 1"/>
          <p:cNvSpPr>
            <a:spLocks noChangeAspect="1" noGrp="1" noRot="1"/>
          </p:cNvSpPr>
          <p:nvPr>
            <p:ph type="sldImg"/>
          </p:nvPr>
        </p:nvSpPr>
        <p:spPr bwMode="auto"/>
      </p:sp>
      <p:sp>
        <p:nvSpPr>
          <p:cNvPr id="1023473328" name="Notes Placeholder 2"/>
          <p:cNvSpPr>
            <a:spLocks noGrp="1"/>
          </p:cNvSpPr>
          <p:nvPr>
            <p:ph type="body" idx="1"/>
          </p:nvPr>
        </p:nvSpPr>
        <p:spPr bwMode="auto"/>
        <p:txBody>
          <a:bodyPr/>
          <a:lstStyle/>
          <a:p>
            <a:pPr>
              <a:defRPr/>
            </a:pPr>
            <a:endParaRPr/>
          </a:p>
        </p:txBody>
      </p:sp>
      <p:sp>
        <p:nvSpPr>
          <p:cNvPr id="1316227373" name="Slide Number Placeholder 3"/>
          <p:cNvSpPr>
            <a:spLocks noGrp="1"/>
          </p:cNvSpPr>
          <p:nvPr>
            <p:ph type="sldNum" sz="quarter" idx="10"/>
          </p:nvPr>
        </p:nvSpPr>
        <p:spPr bwMode="auto"/>
        <p:txBody>
          <a:bodyPr/>
          <a:lstStyle/>
          <a:p>
            <a:pPr>
              <a:defRPr/>
            </a:pPr>
            <a:fld id="{84787589-2BCA-2697-1E29-B54A3A87D1D8}" type="slidenum">
              <a:rPr/>
              <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5900540" name="Slide Image Placeholder 1"/>
          <p:cNvSpPr>
            <a:spLocks noChangeAspect="1" noGrp="1" noRot="1"/>
          </p:cNvSpPr>
          <p:nvPr>
            <p:ph type="sldImg"/>
          </p:nvPr>
        </p:nvSpPr>
        <p:spPr bwMode="auto"/>
      </p:sp>
      <p:sp>
        <p:nvSpPr>
          <p:cNvPr id="760119069" name="Notes Placeholder 2"/>
          <p:cNvSpPr>
            <a:spLocks noGrp="1"/>
          </p:cNvSpPr>
          <p:nvPr>
            <p:ph type="body" idx="1"/>
          </p:nvPr>
        </p:nvSpPr>
        <p:spPr bwMode="auto"/>
        <p:txBody>
          <a:bodyPr/>
          <a:lstStyle/>
          <a:p>
            <a:pPr>
              <a:defRPr/>
            </a:pPr>
            <a:endParaRPr/>
          </a:p>
        </p:txBody>
      </p:sp>
      <p:sp>
        <p:nvSpPr>
          <p:cNvPr id="1785131138" name="Slide Number Placeholder 3"/>
          <p:cNvSpPr>
            <a:spLocks noGrp="1"/>
          </p:cNvSpPr>
          <p:nvPr>
            <p:ph type="sldNum" sz="quarter" idx="10"/>
          </p:nvPr>
        </p:nvSpPr>
        <p:spPr bwMode="auto"/>
        <p:txBody>
          <a:bodyPr/>
          <a:lstStyle/>
          <a:p>
            <a:pPr>
              <a:defRPr/>
            </a:pPr>
            <a:fld id="{5A2B2240-16B5-1BF6-E35B-0B1DFDF631BD}" type="slidenum">
              <a:rPr/>
              <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3164350" name="Slide Image Placeholder 1"/>
          <p:cNvSpPr>
            <a:spLocks noChangeAspect="1" noGrp="1" noRot="1"/>
          </p:cNvSpPr>
          <p:nvPr>
            <p:ph type="sldImg"/>
          </p:nvPr>
        </p:nvSpPr>
        <p:spPr bwMode="auto"/>
      </p:sp>
      <p:sp>
        <p:nvSpPr>
          <p:cNvPr id="864342114" name="Notes Placeholder 2"/>
          <p:cNvSpPr>
            <a:spLocks noGrp="1"/>
          </p:cNvSpPr>
          <p:nvPr>
            <p:ph type="body" idx="1"/>
          </p:nvPr>
        </p:nvSpPr>
        <p:spPr bwMode="auto"/>
        <p:txBody>
          <a:bodyPr/>
          <a:lstStyle/>
          <a:p>
            <a:pPr>
              <a:defRPr/>
            </a:pPr>
            <a:endParaRPr/>
          </a:p>
        </p:txBody>
      </p:sp>
      <p:sp>
        <p:nvSpPr>
          <p:cNvPr id="1952548143" name="Slide Number Placeholder 3"/>
          <p:cNvSpPr>
            <a:spLocks noGrp="1"/>
          </p:cNvSpPr>
          <p:nvPr>
            <p:ph type="sldNum" sz="quarter" idx="10"/>
          </p:nvPr>
        </p:nvSpPr>
        <p:spPr bwMode="auto"/>
        <p:txBody>
          <a:bodyPr/>
          <a:lstStyle/>
          <a:p>
            <a:pPr>
              <a:defRPr/>
            </a:pPr>
            <a:fld id="{E636FC64-2D74-F426-607F-204340C22E22}" type="slidenum">
              <a:rPr/>
              <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2197598" name="Slide Image Placeholder 1"/>
          <p:cNvSpPr>
            <a:spLocks noChangeAspect="1" noGrp="1" noRot="1"/>
          </p:cNvSpPr>
          <p:nvPr>
            <p:ph type="sldImg"/>
          </p:nvPr>
        </p:nvSpPr>
        <p:spPr bwMode="auto"/>
      </p:sp>
      <p:sp>
        <p:nvSpPr>
          <p:cNvPr id="2060908239" name="Notes Placeholder 2"/>
          <p:cNvSpPr>
            <a:spLocks noGrp="1"/>
          </p:cNvSpPr>
          <p:nvPr>
            <p:ph type="body" idx="1"/>
          </p:nvPr>
        </p:nvSpPr>
        <p:spPr bwMode="auto"/>
        <p:txBody>
          <a:bodyPr/>
          <a:lstStyle/>
          <a:p>
            <a:pPr>
              <a:defRPr/>
            </a:pPr>
            <a:endParaRPr/>
          </a:p>
        </p:txBody>
      </p:sp>
      <p:sp>
        <p:nvSpPr>
          <p:cNvPr id="543027904" name="Slide Number Placeholder 3"/>
          <p:cNvSpPr>
            <a:spLocks noGrp="1"/>
          </p:cNvSpPr>
          <p:nvPr>
            <p:ph type="sldNum" sz="quarter" idx="10"/>
          </p:nvPr>
        </p:nvSpPr>
        <p:spPr bwMode="auto"/>
        <p:txBody>
          <a:bodyPr/>
          <a:lstStyle/>
          <a:p>
            <a:pPr>
              <a:defRPr/>
            </a:pPr>
            <a:fld id="{44397809-5DE1-16DF-BC1B-2836855A4A76}" type="slidenum">
              <a:rPr/>
              <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6195233" name="Slide Image Placeholder 1"/>
          <p:cNvSpPr>
            <a:spLocks noChangeAspect="1" noGrp="1" noRot="1"/>
          </p:cNvSpPr>
          <p:nvPr>
            <p:ph type="sldImg"/>
          </p:nvPr>
        </p:nvSpPr>
        <p:spPr bwMode="auto"/>
      </p:sp>
      <p:sp>
        <p:nvSpPr>
          <p:cNvPr id="236520454" name="Notes Placeholder 2"/>
          <p:cNvSpPr>
            <a:spLocks noGrp="1"/>
          </p:cNvSpPr>
          <p:nvPr>
            <p:ph type="body" idx="1"/>
          </p:nvPr>
        </p:nvSpPr>
        <p:spPr bwMode="auto"/>
        <p:txBody>
          <a:bodyPr/>
          <a:lstStyle/>
          <a:p>
            <a:pPr>
              <a:defRPr/>
            </a:pPr>
            <a:endParaRPr/>
          </a:p>
        </p:txBody>
      </p:sp>
      <p:sp>
        <p:nvSpPr>
          <p:cNvPr id="1203172335" name="Slide Number Placeholder 3"/>
          <p:cNvSpPr>
            <a:spLocks noGrp="1"/>
          </p:cNvSpPr>
          <p:nvPr>
            <p:ph type="sldNum" sz="quarter" idx="10"/>
          </p:nvPr>
        </p:nvSpPr>
        <p:spPr bwMode="auto"/>
        <p:txBody>
          <a:bodyPr/>
          <a:lstStyle/>
          <a:p>
            <a:pPr>
              <a:defRPr/>
            </a:pPr>
            <a:fld id="{0123D8D5-FA50-F68F-BD95-BF0D42E18638}" type="slidenum">
              <a:rPr/>
              <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9071068" name="Slide Image Placeholder 1"/>
          <p:cNvSpPr>
            <a:spLocks noChangeAspect="1" noGrp="1" noRot="1"/>
          </p:cNvSpPr>
          <p:nvPr>
            <p:ph type="sldImg"/>
          </p:nvPr>
        </p:nvSpPr>
        <p:spPr bwMode="auto"/>
      </p:sp>
      <p:sp>
        <p:nvSpPr>
          <p:cNvPr id="429243511" name="Notes Placeholder 2"/>
          <p:cNvSpPr>
            <a:spLocks noGrp="1"/>
          </p:cNvSpPr>
          <p:nvPr>
            <p:ph type="body" idx="1"/>
          </p:nvPr>
        </p:nvSpPr>
        <p:spPr bwMode="auto"/>
        <p:txBody>
          <a:bodyPr/>
          <a:lstStyle/>
          <a:p>
            <a:pPr>
              <a:defRPr/>
            </a:pPr>
            <a:endParaRPr/>
          </a:p>
        </p:txBody>
      </p:sp>
      <p:sp>
        <p:nvSpPr>
          <p:cNvPr id="1610682946" name="Slide Number Placeholder 3"/>
          <p:cNvSpPr>
            <a:spLocks noGrp="1"/>
          </p:cNvSpPr>
          <p:nvPr>
            <p:ph type="sldNum" sz="quarter" idx="10"/>
          </p:nvPr>
        </p:nvSpPr>
        <p:spPr bwMode="auto"/>
        <p:txBody>
          <a:bodyPr/>
          <a:lstStyle/>
          <a:p>
            <a:pPr>
              <a:defRPr/>
            </a:pPr>
            <a:fld id="{C13D1E70-DCAD-016C-7BDE-844F6AD89718}" type="slidenum">
              <a:rPr/>
              <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2847918" name="Slide Image Placeholder 1"/>
          <p:cNvSpPr>
            <a:spLocks noChangeAspect="1" noGrp="1" noRot="1"/>
          </p:cNvSpPr>
          <p:nvPr>
            <p:ph type="sldImg"/>
          </p:nvPr>
        </p:nvSpPr>
        <p:spPr bwMode="auto"/>
      </p:sp>
      <p:sp>
        <p:nvSpPr>
          <p:cNvPr id="155982755" name="Notes Placeholder 2"/>
          <p:cNvSpPr>
            <a:spLocks noGrp="1"/>
          </p:cNvSpPr>
          <p:nvPr>
            <p:ph type="body" idx="1"/>
          </p:nvPr>
        </p:nvSpPr>
        <p:spPr bwMode="auto"/>
        <p:txBody>
          <a:bodyPr/>
          <a:lstStyle/>
          <a:p>
            <a:pPr>
              <a:defRPr/>
            </a:pPr>
            <a:endParaRPr/>
          </a:p>
        </p:txBody>
      </p:sp>
      <p:sp>
        <p:nvSpPr>
          <p:cNvPr id="117313245" name="Slide Number Placeholder 3"/>
          <p:cNvSpPr>
            <a:spLocks noGrp="1"/>
          </p:cNvSpPr>
          <p:nvPr>
            <p:ph type="sldNum" sz="quarter" idx="10"/>
          </p:nvPr>
        </p:nvSpPr>
        <p:spPr bwMode="auto"/>
        <p:txBody>
          <a:bodyPr/>
          <a:lstStyle/>
          <a:p>
            <a:pPr>
              <a:defRPr/>
            </a:pPr>
            <a:fld id="{34C1B5BC-E064-89E5-8124-B47EF0B35E92}" type="slidenum">
              <a:rPr/>
              <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5066843" name="Slide Image Placeholder 1"/>
          <p:cNvSpPr>
            <a:spLocks noChangeAspect="1" noGrp="1" noRot="1"/>
          </p:cNvSpPr>
          <p:nvPr>
            <p:ph type="sldImg"/>
          </p:nvPr>
        </p:nvSpPr>
        <p:spPr bwMode="auto"/>
      </p:sp>
      <p:sp>
        <p:nvSpPr>
          <p:cNvPr id="908109296" name="Notes Placeholder 2"/>
          <p:cNvSpPr>
            <a:spLocks noGrp="1"/>
          </p:cNvSpPr>
          <p:nvPr>
            <p:ph type="body" idx="1"/>
          </p:nvPr>
        </p:nvSpPr>
        <p:spPr bwMode="auto"/>
        <p:txBody>
          <a:bodyPr/>
          <a:lstStyle/>
          <a:p>
            <a:pPr>
              <a:defRPr/>
            </a:pPr>
            <a:endParaRPr/>
          </a:p>
        </p:txBody>
      </p:sp>
      <p:sp>
        <p:nvSpPr>
          <p:cNvPr id="392627993" name="Slide Number Placeholder 3"/>
          <p:cNvSpPr>
            <a:spLocks noGrp="1"/>
          </p:cNvSpPr>
          <p:nvPr>
            <p:ph type="sldNum" sz="quarter" idx="10"/>
          </p:nvPr>
        </p:nvSpPr>
        <p:spPr bwMode="auto"/>
        <p:txBody>
          <a:bodyPr/>
          <a:lstStyle/>
          <a:p>
            <a:pPr>
              <a:defRPr/>
            </a:pPr>
            <a:fld id="{5F765A97-2856-B524-8290-FA44F517B88A}" type="slidenum">
              <a:rPr/>
              <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3193264" name="Slide Image Placeholder 1"/>
          <p:cNvSpPr>
            <a:spLocks noChangeAspect="1" noGrp="1" noRot="1"/>
          </p:cNvSpPr>
          <p:nvPr>
            <p:ph type="sldImg"/>
          </p:nvPr>
        </p:nvSpPr>
        <p:spPr bwMode="auto"/>
      </p:sp>
      <p:sp>
        <p:nvSpPr>
          <p:cNvPr id="46816152" name="Notes Placeholder 2"/>
          <p:cNvSpPr>
            <a:spLocks noGrp="1"/>
          </p:cNvSpPr>
          <p:nvPr>
            <p:ph type="body" idx="1"/>
          </p:nvPr>
        </p:nvSpPr>
        <p:spPr bwMode="auto"/>
        <p:txBody>
          <a:bodyPr/>
          <a:lstStyle/>
          <a:p>
            <a:pPr>
              <a:defRPr/>
            </a:pPr>
            <a:endParaRPr/>
          </a:p>
        </p:txBody>
      </p:sp>
      <p:sp>
        <p:nvSpPr>
          <p:cNvPr id="1703145108" name="Slide Number Placeholder 3"/>
          <p:cNvSpPr>
            <a:spLocks noGrp="1"/>
          </p:cNvSpPr>
          <p:nvPr>
            <p:ph type="sldNum" sz="quarter" idx="10"/>
          </p:nvPr>
        </p:nvSpPr>
        <p:spPr bwMode="auto"/>
        <p:txBody>
          <a:bodyPr/>
          <a:lstStyle/>
          <a:p>
            <a:pPr>
              <a:defRPr/>
            </a:pPr>
            <a:fld id="{61DDD241-9DA2-9334-A320-3EF7DDB9F9F4}" type="slidenum">
              <a:rPr/>
              <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6357211" name="Slide Image Placeholder 1"/>
          <p:cNvSpPr>
            <a:spLocks noChangeAspect="1" noGrp="1" noRot="1"/>
          </p:cNvSpPr>
          <p:nvPr>
            <p:ph type="sldImg"/>
          </p:nvPr>
        </p:nvSpPr>
        <p:spPr bwMode="auto"/>
      </p:sp>
      <p:sp>
        <p:nvSpPr>
          <p:cNvPr id="2120140803" name="Notes Placeholder 2"/>
          <p:cNvSpPr>
            <a:spLocks noGrp="1"/>
          </p:cNvSpPr>
          <p:nvPr>
            <p:ph type="body" idx="1"/>
          </p:nvPr>
        </p:nvSpPr>
        <p:spPr bwMode="auto"/>
        <p:txBody>
          <a:bodyPr/>
          <a:lstStyle/>
          <a:p>
            <a:pPr>
              <a:defRPr/>
            </a:pPr>
            <a:endParaRPr/>
          </a:p>
        </p:txBody>
      </p:sp>
      <p:sp>
        <p:nvSpPr>
          <p:cNvPr id="1227169846" name="Slide Number Placeholder 3"/>
          <p:cNvSpPr>
            <a:spLocks noGrp="1"/>
          </p:cNvSpPr>
          <p:nvPr>
            <p:ph type="sldNum" sz="quarter" idx="10"/>
          </p:nvPr>
        </p:nvSpPr>
        <p:spPr bwMode="auto"/>
        <p:txBody>
          <a:bodyPr/>
          <a:lstStyle/>
          <a:p>
            <a:pPr>
              <a:defRPr/>
            </a:pPr>
            <a:fld id="{814C9F06-EE37-9EF5-C7F5-FBC54F529529}" type="slidenum">
              <a:rPr/>
              <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3632143" name="Slide Image Placeholder 1"/>
          <p:cNvSpPr>
            <a:spLocks noChangeAspect="1" noGrp="1" noRot="1"/>
          </p:cNvSpPr>
          <p:nvPr>
            <p:ph type="sldImg"/>
          </p:nvPr>
        </p:nvSpPr>
        <p:spPr bwMode="auto"/>
      </p:sp>
      <p:sp>
        <p:nvSpPr>
          <p:cNvPr id="1595647345" name="Notes Placeholder 2"/>
          <p:cNvSpPr>
            <a:spLocks noGrp="1"/>
          </p:cNvSpPr>
          <p:nvPr>
            <p:ph type="body" idx="1"/>
          </p:nvPr>
        </p:nvSpPr>
        <p:spPr bwMode="auto"/>
        <p:txBody>
          <a:bodyPr/>
          <a:lstStyle/>
          <a:p>
            <a:pPr>
              <a:defRPr/>
            </a:pPr>
            <a:endParaRPr/>
          </a:p>
        </p:txBody>
      </p:sp>
      <p:sp>
        <p:nvSpPr>
          <p:cNvPr id="829405811" name="Slide Number Placeholder 3"/>
          <p:cNvSpPr>
            <a:spLocks noGrp="1"/>
          </p:cNvSpPr>
          <p:nvPr>
            <p:ph type="sldNum" sz="quarter" idx="10"/>
          </p:nvPr>
        </p:nvSpPr>
        <p:spPr bwMode="auto"/>
        <p:txBody>
          <a:bodyPr/>
          <a:lstStyle/>
          <a:p>
            <a:pPr>
              <a:defRPr/>
            </a:pPr>
            <a:fld id="{53AB8BE4-59E7-A70C-E600-58B3F9CCFA99}" type="slidenum">
              <a:rPr/>
              <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3337743" name="Slide Image Placeholder 1"/>
          <p:cNvSpPr>
            <a:spLocks noChangeAspect="1" noGrp="1" noRot="1"/>
          </p:cNvSpPr>
          <p:nvPr>
            <p:ph type="sldImg"/>
          </p:nvPr>
        </p:nvSpPr>
        <p:spPr bwMode="auto"/>
      </p:sp>
      <p:sp>
        <p:nvSpPr>
          <p:cNvPr id="2085080249" name="Notes Placeholder 2"/>
          <p:cNvSpPr>
            <a:spLocks noGrp="1"/>
          </p:cNvSpPr>
          <p:nvPr>
            <p:ph type="body" idx="1"/>
          </p:nvPr>
        </p:nvSpPr>
        <p:spPr bwMode="auto"/>
        <p:txBody>
          <a:bodyPr/>
          <a:lstStyle/>
          <a:p>
            <a:pPr>
              <a:defRPr/>
            </a:pPr>
            <a:endParaRPr/>
          </a:p>
        </p:txBody>
      </p:sp>
      <p:sp>
        <p:nvSpPr>
          <p:cNvPr id="1601607195" name="Slide Number Placeholder 3"/>
          <p:cNvSpPr>
            <a:spLocks noGrp="1"/>
          </p:cNvSpPr>
          <p:nvPr>
            <p:ph type="sldNum" sz="quarter" idx="10"/>
          </p:nvPr>
        </p:nvSpPr>
        <p:spPr bwMode="auto"/>
        <p:txBody>
          <a:bodyPr/>
          <a:lstStyle/>
          <a:p>
            <a:pPr>
              <a:defRPr/>
            </a:pPr>
            <a:fld id="{207210A1-1728-4EB4-F30D-C493D78E4852}" type="slidenum">
              <a:rPr/>
              <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6519358" name="Slide Image Placeholder 1"/>
          <p:cNvSpPr>
            <a:spLocks noChangeAspect="1" noGrp="1" noRot="1"/>
          </p:cNvSpPr>
          <p:nvPr>
            <p:ph type="sldImg"/>
          </p:nvPr>
        </p:nvSpPr>
        <p:spPr bwMode="auto"/>
      </p:sp>
      <p:sp>
        <p:nvSpPr>
          <p:cNvPr id="49408172" name="Notes Placeholder 2"/>
          <p:cNvSpPr>
            <a:spLocks noGrp="1"/>
          </p:cNvSpPr>
          <p:nvPr>
            <p:ph type="body" idx="1"/>
          </p:nvPr>
        </p:nvSpPr>
        <p:spPr bwMode="auto"/>
        <p:txBody>
          <a:bodyPr/>
          <a:lstStyle/>
          <a:p>
            <a:pPr>
              <a:defRPr/>
            </a:pPr>
            <a:endParaRPr/>
          </a:p>
        </p:txBody>
      </p:sp>
      <p:sp>
        <p:nvSpPr>
          <p:cNvPr id="816727073" name="Slide Number Placeholder 3"/>
          <p:cNvSpPr>
            <a:spLocks noGrp="1"/>
          </p:cNvSpPr>
          <p:nvPr>
            <p:ph type="sldNum" sz="quarter" idx="10"/>
          </p:nvPr>
        </p:nvSpPr>
        <p:spPr bwMode="auto"/>
        <p:txBody>
          <a:bodyPr/>
          <a:lstStyle/>
          <a:p>
            <a:pPr>
              <a:defRPr/>
            </a:pPr>
            <a:fld id="{9F18748E-F179-D0BA-2359-281268AF04BF}" type="slidenum">
              <a:rPr/>
              <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8000819" name="Slide Image Placeholder 1"/>
          <p:cNvSpPr>
            <a:spLocks noChangeAspect="1" noGrp="1" noRot="1"/>
          </p:cNvSpPr>
          <p:nvPr>
            <p:ph type="sldImg"/>
          </p:nvPr>
        </p:nvSpPr>
        <p:spPr bwMode="auto"/>
      </p:sp>
      <p:sp>
        <p:nvSpPr>
          <p:cNvPr id="1029320574" name="Notes Placeholder 2"/>
          <p:cNvSpPr>
            <a:spLocks noGrp="1"/>
          </p:cNvSpPr>
          <p:nvPr>
            <p:ph type="body" idx="1"/>
          </p:nvPr>
        </p:nvSpPr>
        <p:spPr bwMode="auto"/>
        <p:txBody>
          <a:bodyPr/>
          <a:lstStyle/>
          <a:p>
            <a:pPr>
              <a:defRPr/>
            </a:pPr>
            <a:endParaRPr/>
          </a:p>
        </p:txBody>
      </p:sp>
      <p:sp>
        <p:nvSpPr>
          <p:cNvPr id="1014040889" name="Slide Number Placeholder 3"/>
          <p:cNvSpPr>
            <a:spLocks noGrp="1"/>
          </p:cNvSpPr>
          <p:nvPr>
            <p:ph type="sldNum" sz="quarter" idx="10"/>
          </p:nvPr>
        </p:nvSpPr>
        <p:spPr bwMode="auto"/>
        <p:txBody>
          <a:bodyPr/>
          <a:lstStyle/>
          <a:p>
            <a:pPr>
              <a:defRPr/>
            </a:pPr>
            <a:fld id="{B6464EE0-2D32-A09E-5D60-1BF9AAD058DA}" type="slidenum">
              <a:rPr/>
              <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9861494" name="Slide Image Placeholder 1"/>
          <p:cNvSpPr>
            <a:spLocks noChangeAspect="1" noGrp="1" noRot="1"/>
          </p:cNvSpPr>
          <p:nvPr>
            <p:ph type="sldImg"/>
          </p:nvPr>
        </p:nvSpPr>
        <p:spPr bwMode="auto"/>
      </p:sp>
      <p:sp>
        <p:nvSpPr>
          <p:cNvPr id="285808216" name="Notes Placeholder 2"/>
          <p:cNvSpPr>
            <a:spLocks noGrp="1"/>
          </p:cNvSpPr>
          <p:nvPr>
            <p:ph type="body" idx="1"/>
          </p:nvPr>
        </p:nvSpPr>
        <p:spPr bwMode="auto"/>
        <p:txBody>
          <a:bodyPr/>
          <a:lstStyle/>
          <a:p>
            <a:pPr>
              <a:defRPr/>
            </a:pPr>
            <a:endParaRPr/>
          </a:p>
        </p:txBody>
      </p:sp>
      <p:sp>
        <p:nvSpPr>
          <p:cNvPr id="1470639441" name="Slide Number Placeholder 3"/>
          <p:cNvSpPr>
            <a:spLocks noGrp="1"/>
          </p:cNvSpPr>
          <p:nvPr>
            <p:ph type="sldNum" sz="quarter" idx="10"/>
          </p:nvPr>
        </p:nvSpPr>
        <p:spPr bwMode="auto"/>
        <p:txBody>
          <a:bodyPr/>
          <a:lstStyle/>
          <a:p>
            <a:pPr>
              <a:defRPr/>
            </a:pPr>
            <a:fld id="{E4162C9E-F1BC-DA8F-6AA0-8B420D6E3261}" type="slidenum">
              <a:rPr/>
              <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0614485" name="Slide Image Placeholder 1"/>
          <p:cNvSpPr>
            <a:spLocks noChangeAspect="1" noGrp="1" noRot="1"/>
          </p:cNvSpPr>
          <p:nvPr>
            <p:ph type="sldImg"/>
          </p:nvPr>
        </p:nvSpPr>
        <p:spPr bwMode="auto"/>
      </p:sp>
      <p:sp>
        <p:nvSpPr>
          <p:cNvPr id="1036519716" name="Notes Placeholder 2"/>
          <p:cNvSpPr>
            <a:spLocks noGrp="1"/>
          </p:cNvSpPr>
          <p:nvPr>
            <p:ph type="body" idx="1"/>
          </p:nvPr>
        </p:nvSpPr>
        <p:spPr bwMode="auto"/>
        <p:txBody>
          <a:bodyPr/>
          <a:lstStyle/>
          <a:p>
            <a:pPr>
              <a:defRPr/>
            </a:pPr>
            <a:endParaRPr/>
          </a:p>
        </p:txBody>
      </p:sp>
      <p:sp>
        <p:nvSpPr>
          <p:cNvPr id="2050980704" name="Slide Number Placeholder 3"/>
          <p:cNvSpPr>
            <a:spLocks noGrp="1"/>
          </p:cNvSpPr>
          <p:nvPr>
            <p:ph type="sldNum" sz="quarter" idx="10"/>
          </p:nvPr>
        </p:nvSpPr>
        <p:spPr bwMode="auto"/>
        <p:txBody>
          <a:bodyPr/>
          <a:lstStyle/>
          <a:p>
            <a:pPr>
              <a:defRPr/>
            </a:pPr>
            <a:fld id="{73B3A133-EC31-1955-6B32-102522F319AA}" type="slidenum">
              <a:rPr/>
              <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4093739" name="Slide Image Placeholder 1"/>
          <p:cNvSpPr>
            <a:spLocks noChangeAspect="1" noGrp="1" noRot="1"/>
          </p:cNvSpPr>
          <p:nvPr>
            <p:ph type="sldImg"/>
          </p:nvPr>
        </p:nvSpPr>
        <p:spPr bwMode="auto"/>
      </p:sp>
      <p:sp>
        <p:nvSpPr>
          <p:cNvPr id="185895941" name="Notes Placeholder 2"/>
          <p:cNvSpPr>
            <a:spLocks noGrp="1"/>
          </p:cNvSpPr>
          <p:nvPr>
            <p:ph type="body" idx="1"/>
          </p:nvPr>
        </p:nvSpPr>
        <p:spPr bwMode="auto"/>
        <p:txBody>
          <a:bodyPr/>
          <a:lstStyle/>
          <a:p>
            <a:pPr>
              <a:defRPr/>
            </a:pPr>
            <a:endParaRPr/>
          </a:p>
        </p:txBody>
      </p:sp>
      <p:sp>
        <p:nvSpPr>
          <p:cNvPr id="179728716" name="Slide Number Placeholder 3"/>
          <p:cNvSpPr>
            <a:spLocks noGrp="1"/>
          </p:cNvSpPr>
          <p:nvPr>
            <p:ph type="sldNum" sz="quarter" idx="10"/>
          </p:nvPr>
        </p:nvSpPr>
        <p:spPr bwMode="auto"/>
        <p:txBody>
          <a:bodyPr/>
          <a:lstStyle/>
          <a:p>
            <a:pPr>
              <a:defRPr/>
            </a:pPr>
            <a:fld id="{DDFD71BE-7690-A0BD-976B-92A364720D37}" type="slidenum">
              <a:rPr/>
              <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5901270" name="Slide Image Placeholder 1"/>
          <p:cNvSpPr>
            <a:spLocks noChangeAspect="1" noGrp="1" noRot="1"/>
          </p:cNvSpPr>
          <p:nvPr>
            <p:ph type="sldImg"/>
          </p:nvPr>
        </p:nvSpPr>
        <p:spPr bwMode="auto"/>
      </p:sp>
      <p:sp>
        <p:nvSpPr>
          <p:cNvPr id="27034845" name="Notes Placeholder 2"/>
          <p:cNvSpPr>
            <a:spLocks noGrp="1"/>
          </p:cNvSpPr>
          <p:nvPr>
            <p:ph type="body" idx="1"/>
          </p:nvPr>
        </p:nvSpPr>
        <p:spPr bwMode="auto"/>
        <p:txBody>
          <a:bodyPr/>
          <a:lstStyle/>
          <a:p>
            <a:pPr>
              <a:defRPr/>
            </a:pPr>
            <a:endParaRPr/>
          </a:p>
        </p:txBody>
      </p:sp>
      <p:sp>
        <p:nvSpPr>
          <p:cNvPr id="555884105" name="Slide Number Placeholder 3"/>
          <p:cNvSpPr>
            <a:spLocks noGrp="1"/>
          </p:cNvSpPr>
          <p:nvPr>
            <p:ph type="sldNum" sz="quarter" idx="10"/>
          </p:nvPr>
        </p:nvSpPr>
        <p:spPr bwMode="auto"/>
        <p:txBody>
          <a:bodyPr/>
          <a:lstStyle/>
          <a:p>
            <a:pPr>
              <a:defRPr/>
            </a:pPr>
            <a:fld id="{692AEBCD-8B36-95DB-92A7-34B7198170E5}" type="slidenum">
              <a:rPr/>
              <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7558050" name="Slide Image Placeholder 1"/>
          <p:cNvSpPr>
            <a:spLocks noChangeAspect="1" noGrp="1" noRot="1"/>
          </p:cNvSpPr>
          <p:nvPr>
            <p:ph type="sldImg"/>
          </p:nvPr>
        </p:nvSpPr>
        <p:spPr bwMode="auto"/>
      </p:sp>
      <p:sp>
        <p:nvSpPr>
          <p:cNvPr id="485521280" name="Notes Placeholder 2"/>
          <p:cNvSpPr>
            <a:spLocks noGrp="1"/>
          </p:cNvSpPr>
          <p:nvPr>
            <p:ph type="body" idx="1"/>
          </p:nvPr>
        </p:nvSpPr>
        <p:spPr bwMode="auto"/>
        <p:txBody>
          <a:bodyPr/>
          <a:lstStyle/>
          <a:p>
            <a:pPr>
              <a:defRPr/>
            </a:pPr>
            <a:endParaRPr/>
          </a:p>
        </p:txBody>
      </p:sp>
      <p:sp>
        <p:nvSpPr>
          <p:cNvPr id="834834264" name="Slide Number Placeholder 3"/>
          <p:cNvSpPr>
            <a:spLocks noGrp="1"/>
          </p:cNvSpPr>
          <p:nvPr>
            <p:ph type="sldNum" sz="quarter" idx="10"/>
          </p:nvPr>
        </p:nvSpPr>
        <p:spPr bwMode="auto"/>
        <p:txBody>
          <a:bodyPr/>
          <a:lstStyle/>
          <a:p>
            <a:pPr>
              <a:defRPr/>
            </a:pPr>
            <a:fld id="{EEC031B6-7D9D-ECF6-148F-779EC21CA7C6}" type="slidenum">
              <a:rPr/>
              <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9432284" name="Slide Image Placeholder 1"/>
          <p:cNvSpPr>
            <a:spLocks noChangeAspect="1" noGrp="1" noRot="1"/>
          </p:cNvSpPr>
          <p:nvPr>
            <p:ph type="sldImg"/>
          </p:nvPr>
        </p:nvSpPr>
        <p:spPr bwMode="auto"/>
      </p:sp>
      <p:sp>
        <p:nvSpPr>
          <p:cNvPr id="640878876" name="Notes Placeholder 2"/>
          <p:cNvSpPr>
            <a:spLocks noGrp="1"/>
          </p:cNvSpPr>
          <p:nvPr>
            <p:ph type="body" idx="1"/>
          </p:nvPr>
        </p:nvSpPr>
        <p:spPr bwMode="auto"/>
        <p:txBody>
          <a:bodyPr/>
          <a:lstStyle/>
          <a:p>
            <a:pPr>
              <a:defRPr/>
            </a:pPr>
            <a:endParaRPr/>
          </a:p>
        </p:txBody>
      </p:sp>
      <p:sp>
        <p:nvSpPr>
          <p:cNvPr id="1856521315" name="Slide Number Placeholder 3"/>
          <p:cNvSpPr>
            <a:spLocks noGrp="1"/>
          </p:cNvSpPr>
          <p:nvPr>
            <p:ph type="sldNum" sz="quarter" idx="10"/>
          </p:nvPr>
        </p:nvSpPr>
        <p:spPr bwMode="auto"/>
        <p:txBody>
          <a:bodyPr/>
          <a:lstStyle/>
          <a:p>
            <a:pPr>
              <a:defRPr/>
            </a:pPr>
            <a:fld id="{D193A746-6940-491E-7A37-7D79C8079A65}" type="slidenum">
              <a:rPr/>
              <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29771312" name="Slide Image Placeholder 1"/>
          <p:cNvSpPr>
            <a:spLocks noChangeAspect="1" noGrp="1" noRot="1"/>
          </p:cNvSpPr>
          <p:nvPr>
            <p:ph type="sldImg"/>
          </p:nvPr>
        </p:nvSpPr>
        <p:spPr bwMode="auto"/>
      </p:sp>
      <p:sp>
        <p:nvSpPr>
          <p:cNvPr id="2060127193" name="Notes Placeholder 2"/>
          <p:cNvSpPr>
            <a:spLocks noGrp="1"/>
          </p:cNvSpPr>
          <p:nvPr>
            <p:ph type="body" idx="1"/>
          </p:nvPr>
        </p:nvSpPr>
        <p:spPr bwMode="auto"/>
        <p:txBody>
          <a:bodyPr/>
          <a:lstStyle/>
          <a:p>
            <a:pPr>
              <a:defRPr/>
            </a:pPr>
            <a:endParaRPr/>
          </a:p>
        </p:txBody>
      </p:sp>
      <p:sp>
        <p:nvSpPr>
          <p:cNvPr id="324418018" name="Slide Number Placeholder 3"/>
          <p:cNvSpPr>
            <a:spLocks noGrp="1"/>
          </p:cNvSpPr>
          <p:nvPr>
            <p:ph type="sldNum" sz="quarter" idx="10"/>
          </p:nvPr>
        </p:nvSpPr>
        <p:spPr bwMode="auto"/>
        <p:txBody>
          <a:bodyPr/>
          <a:lstStyle/>
          <a:p>
            <a:pPr>
              <a:defRPr/>
            </a:pPr>
            <a:fld id="{4F31CEE6-C582-9048-D537-934BF8DB4A8F}" type="slidenum">
              <a:rPr/>
              <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6789340" name="Slide Image Placeholder 1"/>
          <p:cNvSpPr>
            <a:spLocks noChangeAspect="1" noGrp="1" noRot="1"/>
          </p:cNvSpPr>
          <p:nvPr>
            <p:ph type="sldImg"/>
          </p:nvPr>
        </p:nvSpPr>
        <p:spPr bwMode="auto"/>
      </p:sp>
      <p:sp>
        <p:nvSpPr>
          <p:cNvPr id="2124810954" name="Notes Placeholder 2"/>
          <p:cNvSpPr>
            <a:spLocks noGrp="1"/>
          </p:cNvSpPr>
          <p:nvPr>
            <p:ph type="body" idx="1"/>
          </p:nvPr>
        </p:nvSpPr>
        <p:spPr bwMode="auto"/>
        <p:txBody>
          <a:bodyPr/>
          <a:lstStyle/>
          <a:p>
            <a:pPr>
              <a:defRPr/>
            </a:pPr>
            <a:endParaRPr/>
          </a:p>
        </p:txBody>
      </p:sp>
      <p:sp>
        <p:nvSpPr>
          <p:cNvPr id="2020119581" name="Slide Number Placeholder 3"/>
          <p:cNvSpPr>
            <a:spLocks noGrp="1"/>
          </p:cNvSpPr>
          <p:nvPr>
            <p:ph type="sldNum" sz="quarter" idx="10"/>
          </p:nvPr>
        </p:nvSpPr>
        <p:spPr bwMode="auto"/>
        <p:txBody>
          <a:bodyPr/>
          <a:lstStyle/>
          <a:p>
            <a:pPr>
              <a:defRPr/>
            </a:pPr>
            <a:fld id="{454D742C-56A3-6A23-7180-0FDDD363307A}" type="slidenum">
              <a:rPr/>
              <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9845171" name="Slide Image Placeholder 1"/>
          <p:cNvSpPr>
            <a:spLocks noChangeAspect="1" noGrp="1" noRot="1"/>
          </p:cNvSpPr>
          <p:nvPr>
            <p:ph type="sldImg"/>
          </p:nvPr>
        </p:nvSpPr>
        <p:spPr bwMode="auto"/>
      </p:sp>
      <p:sp>
        <p:nvSpPr>
          <p:cNvPr id="1899118504" name="Notes Placeholder 2"/>
          <p:cNvSpPr>
            <a:spLocks noGrp="1"/>
          </p:cNvSpPr>
          <p:nvPr>
            <p:ph type="body" idx="1"/>
          </p:nvPr>
        </p:nvSpPr>
        <p:spPr bwMode="auto"/>
        <p:txBody>
          <a:bodyPr/>
          <a:lstStyle/>
          <a:p>
            <a:pPr>
              <a:defRPr/>
            </a:pPr>
            <a:endParaRPr/>
          </a:p>
        </p:txBody>
      </p:sp>
      <p:sp>
        <p:nvSpPr>
          <p:cNvPr id="94845856" name="Slide Number Placeholder 3"/>
          <p:cNvSpPr>
            <a:spLocks noGrp="1"/>
          </p:cNvSpPr>
          <p:nvPr>
            <p:ph type="sldNum" sz="quarter" idx="10"/>
          </p:nvPr>
        </p:nvSpPr>
        <p:spPr bwMode="auto"/>
        <p:txBody>
          <a:bodyPr/>
          <a:lstStyle/>
          <a:p>
            <a:pPr>
              <a:defRPr/>
            </a:pPr>
            <a:fld id="{D1A35319-227D-4748-6BAA-6CD5FEE34C5A}" type="slidenum">
              <a:rPr/>
              <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7407247" name="Slide Image Placeholder 1"/>
          <p:cNvSpPr>
            <a:spLocks noChangeAspect="1" noGrp="1" noRot="1"/>
          </p:cNvSpPr>
          <p:nvPr>
            <p:ph type="sldImg"/>
          </p:nvPr>
        </p:nvSpPr>
        <p:spPr bwMode="auto"/>
      </p:sp>
      <p:sp>
        <p:nvSpPr>
          <p:cNvPr id="1962530440" name="Notes Placeholder 2"/>
          <p:cNvSpPr>
            <a:spLocks noGrp="1"/>
          </p:cNvSpPr>
          <p:nvPr>
            <p:ph type="body" idx="1"/>
          </p:nvPr>
        </p:nvSpPr>
        <p:spPr bwMode="auto"/>
        <p:txBody>
          <a:bodyPr/>
          <a:lstStyle/>
          <a:p>
            <a:pPr>
              <a:defRPr/>
            </a:pPr>
            <a:endParaRPr/>
          </a:p>
        </p:txBody>
      </p:sp>
      <p:sp>
        <p:nvSpPr>
          <p:cNvPr id="150787246" name="Slide Number Placeholder 3"/>
          <p:cNvSpPr>
            <a:spLocks noGrp="1"/>
          </p:cNvSpPr>
          <p:nvPr>
            <p:ph type="sldNum" sz="quarter" idx="10"/>
          </p:nvPr>
        </p:nvSpPr>
        <p:spPr bwMode="auto"/>
        <p:txBody>
          <a:bodyPr/>
          <a:lstStyle/>
          <a:p>
            <a:pPr>
              <a:defRPr/>
            </a:pPr>
            <a:fld id="{0A40E6A9-F43A-E2BF-0C90-214442A3399F}" type="slidenum">
              <a:rPr/>
              <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4339992" name="Slide Image Placeholder 1"/>
          <p:cNvSpPr>
            <a:spLocks noChangeAspect="1" noGrp="1" noRot="1"/>
          </p:cNvSpPr>
          <p:nvPr>
            <p:ph type="sldImg"/>
          </p:nvPr>
        </p:nvSpPr>
        <p:spPr bwMode="auto"/>
      </p:sp>
      <p:sp>
        <p:nvSpPr>
          <p:cNvPr id="1334834776" name="Notes Placeholder 2"/>
          <p:cNvSpPr>
            <a:spLocks noGrp="1"/>
          </p:cNvSpPr>
          <p:nvPr>
            <p:ph type="body" idx="1"/>
          </p:nvPr>
        </p:nvSpPr>
        <p:spPr bwMode="auto"/>
        <p:txBody>
          <a:bodyPr/>
          <a:lstStyle/>
          <a:p>
            <a:pPr>
              <a:defRPr/>
            </a:pPr>
            <a:endParaRPr/>
          </a:p>
        </p:txBody>
      </p:sp>
      <p:sp>
        <p:nvSpPr>
          <p:cNvPr id="1603601785" name="Slide Number Placeholder 3"/>
          <p:cNvSpPr>
            <a:spLocks noGrp="1"/>
          </p:cNvSpPr>
          <p:nvPr>
            <p:ph type="sldNum" sz="quarter" idx="10"/>
          </p:nvPr>
        </p:nvSpPr>
        <p:spPr bwMode="auto"/>
        <p:txBody>
          <a:bodyPr/>
          <a:lstStyle/>
          <a:p>
            <a:pPr>
              <a:defRPr/>
            </a:pPr>
            <a:fld id="{54597C62-286E-11D6-E524-DA09210C6AE4}" type="slidenum">
              <a:rPr/>
              <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014984" name="Slide Image Placeholder 1"/>
          <p:cNvSpPr>
            <a:spLocks noChangeAspect="1" noGrp="1" noRot="1"/>
          </p:cNvSpPr>
          <p:nvPr>
            <p:ph type="sldImg"/>
          </p:nvPr>
        </p:nvSpPr>
        <p:spPr bwMode="auto"/>
      </p:sp>
      <p:sp>
        <p:nvSpPr>
          <p:cNvPr id="2032968788" name="Notes Placeholder 2"/>
          <p:cNvSpPr>
            <a:spLocks noGrp="1"/>
          </p:cNvSpPr>
          <p:nvPr>
            <p:ph type="body" idx="1"/>
          </p:nvPr>
        </p:nvSpPr>
        <p:spPr bwMode="auto"/>
        <p:txBody>
          <a:bodyPr/>
          <a:lstStyle/>
          <a:p>
            <a:pPr>
              <a:defRPr/>
            </a:pPr>
            <a:endParaRPr/>
          </a:p>
        </p:txBody>
      </p:sp>
      <p:sp>
        <p:nvSpPr>
          <p:cNvPr id="160074723" name="Slide Number Placeholder 3"/>
          <p:cNvSpPr>
            <a:spLocks noGrp="1"/>
          </p:cNvSpPr>
          <p:nvPr>
            <p:ph type="sldNum" sz="quarter" idx="10"/>
          </p:nvPr>
        </p:nvSpPr>
        <p:spPr bwMode="auto"/>
        <p:txBody>
          <a:bodyPr/>
          <a:lstStyle/>
          <a:p>
            <a:pPr>
              <a:defRPr/>
            </a:pPr>
            <a:fld id="{83FABA25-670D-F004-4512-DF28A680CFD6}" type="slidenum">
              <a:rPr/>
              <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21310" name="Slide Image Placeholder 1"/>
          <p:cNvSpPr>
            <a:spLocks noChangeAspect="1" noGrp="1" noRot="1"/>
          </p:cNvSpPr>
          <p:nvPr>
            <p:ph type="sldImg"/>
          </p:nvPr>
        </p:nvSpPr>
        <p:spPr bwMode="auto"/>
      </p:sp>
      <p:sp>
        <p:nvSpPr>
          <p:cNvPr id="1831292257" name="Notes Placeholder 2"/>
          <p:cNvSpPr>
            <a:spLocks noGrp="1"/>
          </p:cNvSpPr>
          <p:nvPr>
            <p:ph type="body" idx="1"/>
          </p:nvPr>
        </p:nvSpPr>
        <p:spPr bwMode="auto"/>
        <p:txBody>
          <a:bodyPr/>
          <a:lstStyle/>
          <a:p>
            <a:pPr>
              <a:defRPr/>
            </a:pPr>
            <a:endParaRPr/>
          </a:p>
        </p:txBody>
      </p:sp>
      <p:sp>
        <p:nvSpPr>
          <p:cNvPr id="1790265225" name="Slide Number Placeholder 3"/>
          <p:cNvSpPr>
            <a:spLocks noGrp="1"/>
          </p:cNvSpPr>
          <p:nvPr>
            <p:ph type="sldNum" sz="quarter" idx="10"/>
          </p:nvPr>
        </p:nvSpPr>
        <p:spPr bwMode="auto"/>
        <p:txBody>
          <a:bodyPr/>
          <a:lstStyle/>
          <a:p>
            <a:pPr>
              <a:defRPr/>
            </a:pPr>
            <a:fld id="{2B8BCC73-F17E-F642-D27F-A83B1ACA9C76}" type="slidenum">
              <a:rPr/>
              <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7471190" name="Slide Image Placeholder 1"/>
          <p:cNvSpPr>
            <a:spLocks noChangeAspect="1" noGrp="1" noRot="1"/>
          </p:cNvSpPr>
          <p:nvPr>
            <p:ph type="sldImg"/>
          </p:nvPr>
        </p:nvSpPr>
        <p:spPr bwMode="auto"/>
      </p:sp>
      <p:sp>
        <p:nvSpPr>
          <p:cNvPr id="818160065" name="Notes Placeholder 2"/>
          <p:cNvSpPr>
            <a:spLocks noGrp="1"/>
          </p:cNvSpPr>
          <p:nvPr>
            <p:ph type="body" idx="1"/>
          </p:nvPr>
        </p:nvSpPr>
        <p:spPr bwMode="auto"/>
        <p:txBody>
          <a:bodyPr/>
          <a:lstStyle/>
          <a:p>
            <a:pPr>
              <a:defRPr/>
            </a:pPr>
            <a:endParaRPr/>
          </a:p>
        </p:txBody>
      </p:sp>
      <p:sp>
        <p:nvSpPr>
          <p:cNvPr id="75626808" name="Slide Number Placeholder 3"/>
          <p:cNvSpPr>
            <a:spLocks noGrp="1"/>
          </p:cNvSpPr>
          <p:nvPr>
            <p:ph type="sldNum" sz="quarter" idx="10"/>
          </p:nvPr>
        </p:nvSpPr>
        <p:spPr bwMode="auto"/>
        <p:txBody>
          <a:bodyPr/>
          <a:lstStyle/>
          <a:p>
            <a:pPr>
              <a:defRPr/>
            </a:pPr>
            <a:fld id="{8FC97B2B-B192-B0CB-2757-6CC0B518E7B7}" type="slidenum">
              <a:rPr/>
              <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8601385" name="Slide Image Placeholder 1"/>
          <p:cNvSpPr>
            <a:spLocks noChangeAspect="1" noGrp="1" noRot="1"/>
          </p:cNvSpPr>
          <p:nvPr>
            <p:ph type="sldImg"/>
          </p:nvPr>
        </p:nvSpPr>
        <p:spPr bwMode="auto"/>
      </p:sp>
      <p:sp>
        <p:nvSpPr>
          <p:cNvPr id="1522287479" name="Notes Placeholder 2"/>
          <p:cNvSpPr>
            <a:spLocks noGrp="1"/>
          </p:cNvSpPr>
          <p:nvPr>
            <p:ph type="body" idx="1"/>
          </p:nvPr>
        </p:nvSpPr>
        <p:spPr bwMode="auto"/>
        <p:txBody>
          <a:bodyPr/>
          <a:lstStyle/>
          <a:p>
            <a:pPr>
              <a:defRPr/>
            </a:pPr>
            <a:endParaRPr/>
          </a:p>
        </p:txBody>
      </p:sp>
      <p:sp>
        <p:nvSpPr>
          <p:cNvPr id="587137874" name="Slide Number Placeholder 3"/>
          <p:cNvSpPr>
            <a:spLocks noGrp="1"/>
          </p:cNvSpPr>
          <p:nvPr>
            <p:ph type="sldNum" sz="quarter" idx="10"/>
          </p:nvPr>
        </p:nvSpPr>
        <p:spPr bwMode="auto"/>
        <p:txBody>
          <a:bodyPr/>
          <a:lstStyle/>
          <a:p>
            <a:pPr>
              <a:defRPr/>
            </a:pPr>
            <a:fld id="{A84AB056-B3C2-FE08-AFA5-B014AD1CAB0F}" type="slidenum">
              <a:rPr/>
              <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9182724" name="Slide Image Placeholder 1"/>
          <p:cNvSpPr>
            <a:spLocks noChangeAspect="1" noGrp="1" noRot="1"/>
          </p:cNvSpPr>
          <p:nvPr>
            <p:ph type="sldImg"/>
          </p:nvPr>
        </p:nvSpPr>
        <p:spPr bwMode="auto"/>
      </p:sp>
      <p:sp>
        <p:nvSpPr>
          <p:cNvPr id="1504399036" name="Notes Placeholder 2"/>
          <p:cNvSpPr>
            <a:spLocks noGrp="1"/>
          </p:cNvSpPr>
          <p:nvPr>
            <p:ph type="body" idx="1"/>
          </p:nvPr>
        </p:nvSpPr>
        <p:spPr bwMode="auto"/>
        <p:txBody>
          <a:bodyPr/>
          <a:lstStyle/>
          <a:p>
            <a:pPr>
              <a:defRPr/>
            </a:pPr>
            <a:endParaRPr/>
          </a:p>
        </p:txBody>
      </p:sp>
      <p:sp>
        <p:nvSpPr>
          <p:cNvPr id="804297787" name="Slide Number Placeholder 3"/>
          <p:cNvSpPr>
            <a:spLocks noGrp="1"/>
          </p:cNvSpPr>
          <p:nvPr>
            <p:ph type="sldNum" sz="quarter" idx="10"/>
          </p:nvPr>
        </p:nvSpPr>
        <p:spPr bwMode="auto"/>
        <p:txBody>
          <a:bodyPr/>
          <a:lstStyle/>
          <a:p>
            <a:pPr>
              <a:defRPr/>
            </a:pPr>
            <a:fld id="{B2C704F6-207E-DCAD-C0F8-69CE6D5642C5}" type="slidenum">
              <a:rPr/>
              <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6673091" name="Slide Image Placeholder 1"/>
          <p:cNvSpPr>
            <a:spLocks noChangeAspect="1" noGrp="1" noRot="1"/>
          </p:cNvSpPr>
          <p:nvPr>
            <p:ph type="sldImg"/>
          </p:nvPr>
        </p:nvSpPr>
        <p:spPr bwMode="auto"/>
      </p:sp>
      <p:sp>
        <p:nvSpPr>
          <p:cNvPr id="1249181009" name="Notes Placeholder 2"/>
          <p:cNvSpPr>
            <a:spLocks noGrp="1"/>
          </p:cNvSpPr>
          <p:nvPr>
            <p:ph type="body" idx="1"/>
          </p:nvPr>
        </p:nvSpPr>
        <p:spPr bwMode="auto"/>
        <p:txBody>
          <a:bodyPr/>
          <a:lstStyle/>
          <a:p>
            <a:pPr>
              <a:defRPr/>
            </a:pPr>
            <a:endParaRPr/>
          </a:p>
        </p:txBody>
      </p:sp>
      <p:sp>
        <p:nvSpPr>
          <p:cNvPr id="110551935" name="Slide Number Placeholder 3"/>
          <p:cNvSpPr>
            <a:spLocks noGrp="1"/>
          </p:cNvSpPr>
          <p:nvPr>
            <p:ph type="sldNum" sz="quarter" idx="10"/>
          </p:nvPr>
        </p:nvSpPr>
        <p:spPr bwMode="auto"/>
        <p:txBody>
          <a:bodyPr/>
          <a:lstStyle/>
          <a:p>
            <a:pPr>
              <a:defRPr/>
            </a:pPr>
            <a:fld id="{FDFB1F7F-9D8E-3A17-A75C-3939F2167F16}" type="slidenum">
              <a:rPr/>
              <a:t/>
            </a:fld>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4387142" name="Slide Image Placeholder 1"/>
          <p:cNvSpPr>
            <a:spLocks noChangeAspect="1" noGrp="1" noRot="1"/>
          </p:cNvSpPr>
          <p:nvPr>
            <p:ph type="sldImg"/>
          </p:nvPr>
        </p:nvSpPr>
        <p:spPr bwMode="auto"/>
      </p:sp>
      <p:sp>
        <p:nvSpPr>
          <p:cNvPr id="1858200193" name="Notes Placeholder 2"/>
          <p:cNvSpPr>
            <a:spLocks noGrp="1"/>
          </p:cNvSpPr>
          <p:nvPr>
            <p:ph type="body" idx="1"/>
          </p:nvPr>
        </p:nvSpPr>
        <p:spPr bwMode="auto"/>
        <p:txBody>
          <a:bodyPr/>
          <a:lstStyle/>
          <a:p>
            <a:pPr>
              <a:defRPr/>
            </a:pPr>
            <a:endParaRPr/>
          </a:p>
        </p:txBody>
      </p:sp>
      <p:sp>
        <p:nvSpPr>
          <p:cNvPr id="612826465" name="Slide Number Placeholder 3"/>
          <p:cNvSpPr>
            <a:spLocks noGrp="1"/>
          </p:cNvSpPr>
          <p:nvPr>
            <p:ph type="sldNum" sz="quarter" idx="10"/>
          </p:nvPr>
        </p:nvSpPr>
        <p:spPr bwMode="auto"/>
        <p:txBody>
          <a:bodyPr/>
          <a:lstStyle/>
          <a:p>
            <a:pPr>
              <a:defRPr/>
            </a:pPr>
            <a:fld id="{B94A9026-9631-E519-0F65-379C92F93251}" type="slidenum">
              <a:rPr/>
              <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2610367" name="Slide Image Placeholder 1"/>
          <p:cNvSpPr>
            <a:spLocks noChangeAspect="1" noGrp="1" noRot="1"/>
          </p:cNvSpPr>
          <p:nvPr>
            <p:ph type="sldImg"/>
          </p:nvPr>
        </p:nvSpPr>
        <p:spPr bwMode="auto"/>
      </p:sp>
      <p:sp>
        <p:nvSpPr>
          <p:cNvPr id="2002576791" name="Notes Placeholder 2"/>
          <p:cNvSpPr>
            <a:spLocks noGrp="1"/>
          </p:cNvSpPr>
          <p:nvPr>
            <p:ph type="body" idx="1"/>
          </p:nvPr>
        </p:nvSpPr>
        <p:spPr bwMode="auto"/>
        <p:txBody>
          <a:bodyPr/>
          <a:lstStyle/>
          <a:p>
            <a:pPr>
              <a:defRPr/>
            </a:pPr>
            <a:endParaRPr/>
          </a:p>
        </p:txBody>
      </p:sp>
      <p:sp>
        <p:nvSpPr>
          <p:cNvPr id="843906288" name="Slide Number Placeholder 3"/>
          <p:cNvSpPr>
            <a:spLocks noGrp="1"/>
          </p:cNvSpPr>
          <p:nvPr>
            <p:ph type="sldNum" sz="quarter" idx="10"/>
          </p:nvPr>
        </p:nvSpPr>
        <p:spPr bwMode="auto"/>
        <p:txBody>
          <a:bodyPr/>
          <a:lstStyle/>
          <a:p>
            <a:pPr>
              <a:defRPr/>
            </a:pPr>
            <a:fld id="{E760F992-3739-518B-93FE-8EF4CAE9DA98}" type="slidenum">
              <a:rPr/>
              <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8622810" name="Slide Image Placeholder 1"/>
          <p:cNvSpPr>
            <a:spLocks noChangeAspect="1" noGrp="1" noRot="1"/>
          </p:cNvSpPr>
          <p:nvPr>
            <p:ph type="sldImg"/>
          </p:nvPr>
        </p:nvSpPr>
        <p:spPr bwMode="auto"/>
      </p:sp>
      <p:sp>
        <p:nvSpPr>
          <p:cNvPr id="944224664" name="Notes Placeholder 2"/>
          <p:cNvSpPr>
            <a:spLocks noGrp="1"/>
          </p:cNvSpPr>
          <p:nvPr>
            <p:ph type="body" idx="1"/>
          </p:nvPr>
        </p:nvSpPr>
        <p:spPr bwMode="auto"/>
        <p:txBody>
          <a:bodyPr/>
          <a:lstStyle/>
          <a:p>
            <a:pPr>
              <a:defRPr/>
            </a:pPr>
            <a:endParaRPr/>
          </a:p>
        </p:txBody>
      </p:sp>
      <p:sp>
        <p:nvSpPr>
          <p:cNvPr id="1854461053" name="Slide Number Placeholder 3"/>
          <p:cNvSpPr>
            <a:spLocks noGrp="1"/>
          </p:cNvSpPr>
          <p:nvPr>
            <p:ph type="sldNum" sz="quarter" idx="10"/>
          </p:nvPr>
        </p:nvSpPr>
        <p:spPr bwMode="auto"/>
        <p:txBody>
          <a:bodyPr/>
          <a:lstStyle/>
          <a:p>
            <a:pPr>
              <a:defRPr/>
            </a:pPr>
            <a:fld id="{5D526B57-26B8-137F-7DDC-0D6AE92EB7EF}" type="slidenum">
              <a:rPr/>
              <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6181938" name="Slide Image Placeholder 1"/>
          <p:cNvSpPr>
            <a:spLocks noChangeAspect="1" noGrp="1" noRot="1"/>
          </p:cNvSpPr>
          <p:nvPr>
            <p:ph type="sldImg"/>
          </p:nvPr>
        </p:nvSpPr>
        <p:spPr bwMode="auto"/>
      </p:sp>
      <p:sp>
        <p:nvSpPr>
          <p:cNvPr id="430095523" name="Notes Placeholder 2"/>
          <p:cNvSpPr>
            <a:spLocks noGrp="1"/>
          </p:cNvSpPr>
          <p:nvPr>
            <p:ph type="body" idx="1"/>
          </p:nvPr>
        </p:nvSpPr>
        <p:spPr bwMode="auto"/>
        <p:txBody>
          <a:bodyPr/>
          <a:lstStyle/>
          <a:p>
            <a:pPr>
              <a:defRPr/>
            </a:pPr>
            <a:endParaRPr/>
          </a:p>
        </p:txBody>
      </p:sp>
      <p:sp>
        <p:nvSpPr>
          <p:cNvPr id="1524917443" name="Slide Number Placeholder 3"/>
          <p:cNvSpPr>
            <a:spLocks noGrp="1"/>
          </p:cNvSpPr>
          <p:nvPr>
            <p:ph type="sldNum" sz="quarter" idx="10"/>
          </p:nvPr>
        </p:nvSpPr>
        <p:spPr bwMode="auto"/>
        <p:txBody>
          <a:bodyPr/>
          <a:lstStyle/>
          <a:p>
            <a:pPr>
              <a:defRPr/>
            </a:pPr>
            <a:fld id="{BDAC1A0F-B01A-4F6A-28A7-B194ECC55EEB}" type="slidenum">
              <a:rPr/>
              <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3653683" name="Slide Image Placeholder 1"/>
          <p:cNvSpPr>
            <a:spLocks noChangeAspect="1" noGrp="1" noRot="1"/>
          </p:cNvSpPr>
          <p:nvPr>
            <p:ph type="sldImg"/>
          </p:nvPr>
        </p:nvSpPr>
        <p:spPr bwMode="auto"/>
      </p:sp>
      <p:sp>
        <p:nvSpPr>
          <p:cNvPr id="1428416567" name="Notes Placeholder 2"/>
          <p:cNvSpPr>
            <a:spLocks noGrp="1"/>
          </p:cNvSpPr>
          <p:nvPr>
            <p:ph type="body" idx="1"/>
          </p:nvPr>
        </p:nvSpPr>
        <p:spPr bwMode="auto"/>
        <p:txBody>
          <a:bodyPr/>
          <a:lstStyle/>
          <a:p>
            <a:pPr>
              <a:defRPr/>
            </a:pPr>
            <a:endParaRPr/>
          </a:p>
        </p:txBody>
      </p:sp>
      <p:sp>
        <p:nvSpPr>
          <p:cNvPr id="12910015" name="Slide Number Placeholder 3"/>
          <p:cNvSpPr>
            <a:spLocks noGrp="1"/>
          </p:cNvSpPr>
          <p:nvPr>
            <p:ph type="sldNum" sz="quarter" idx="10"/>
          </p:nvPr>
        </p:nvSpPr>
        <p:spPr bwMode="auto"/>
        <p:txBody>
          <a:bodyPr/>
          <a:lstStyle/>
          <a:p>
            <a:pPr>
              <a:defRPr/>
            </a:pPr>
            <a:fld id="{FAB1AF6C-6008-364F-7A46-5211B8AE50A5}" type="slidenum">
              <a:rPr/>
              <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6108366" name="Slide Image Placeholder 1"/>
          <p:cNvSpPr>
            <a:spLocks noChangeAspect="1" noGrp="1" noRot="1"/>
          </p:cNvSpPr>
          <p:nvPr>
            <p:ph type="sldImg"/>
          </p:nvPr>
        </p:nvSpPr>
        <p:spPr bwMode="auto"/>
      </p:sp>
      <p:sp>
        <p:nvSpPr>
          <p:cNvPr id="544662144" name="Notes Placeholder 2"/>
          <p:cNvSpPr>
            <a:spLocks noGrp="1"/>
          </p:cNvSpPr>
          <p:nvPr>
            <p:ph type="body" idx="1"/>
          </p:nvPr>
        </p:nvSpPr>
        <p:spPr bwMode="auto"/>
        <p:txBody>
          <a:bodyPr/>
          <a:lstStyle/>
          <a:p>
            <a:pPr>
              <a:defRPr/>
            </a:pPr>
            <a:endParaRPr/>
          </a:p>
        </p:txBody>
      </p:sp>
      <p:sp>
        <p:nvSpPr>
          <p:cNvPr id="1185201437" name="Slide Number Placeholder 3"/>
          <p:cNvSpPr>
            <a:spLocks noGrp="1"/>
          </p:cNvSpPr>
          <p:nvPr>
            <p:ph type="sldNum" sz="quarter" idx="10"/>
          </p:nvPr>
        </p:nvSpPr>
        <p:spPr bwMode="auto"/>
        <p:txBody>
          <a:bodyPr/>
          <a:lstStyle/>
          <a:p>
            <a:pPr>
              <a:defRPr/>
            </a:pPr>
            <a:fld id="{CCC0E402-72F0-44B5-630C-5CCCDF22B950}" type="slidenum">
              <a:rPr/>
              <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1755012" name="Slide Image Placeholder 1"/>
          <p:cNvSpPr>
            <a:spLocks noChangeAspect="1" noGrp="1" noRot="1"/>
          </p:cNvSpPr>
          <p:nvPr>
            <p:ph type="sldImg"/>
          </p:nvPr>
        </p:nvSpPr>
        <p:spPr bwMode="auto"/>
      </p:sp>
      <p:sp>
        <p:nvSpPr>
          <p:cNvPr id="718732895" name="Notes Placeholder 2"/>
          <p:cNvSpPr>
            <a:spLocks noGrp="1"/>
          </p:cNvSpPr>
          <p:nvPr>
            <p:ph type="body" idx="1"/>
          </p:nvPr>
        </p:nvSpPr>
        <p:spPr bwMode="auto"/>
        <p:txBody>
          <a:bodyPr/>
          <a:lstStyle/>
          <a:p>
            <a:pPr>
              <a:defRPr/>
            </a:pPr>
            <a:endParaRPr/>
          </a:p>
        </p:txBody>
      </p:sp>
      <p:sp>
        <p:nvSpPr>
          <p:cNvPr id="1070422743" name="Slide Number Placeholder 3"/>
          <p:cNvSpPr>
            <a:spLocks noGrp="1"/>
          </p:cNvSpPr>
          <p:nvPr>
            <p:ph type="sldNum" sz="quarter" idx="10"/>
          </p:nvPr>
        </p:nvSpPr>
        <p:spPr bwMode="auto"/>
        <p:txBody>
          <a:bodyPr/>
          <a:lstStyle/>
          <a:p>
            <a:pPr>
              <a:defRPr/>
            </a:pPr>
            <a:fld id="{C4FAB51B-00A4-CC3F-E9E2-F8089765C544}" type="slidenum">
              <a:rPr/>
              <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0995409" name="Slide Image Placeholder 1"/>
          <p:cNvSpPr>
            <a:spLocks noChangeAspect="1" noGrp="1" noRot="1"/>
          </p:cNvSpPr>
          <p:nvPr>
            <p:ph type="sldImg"/>
          </p:nvPr>
        </p:nvSpPr>
        <p:spPr bwMode="auto"/>
      </p:sp>
      <p:sp>
        <p:nvSpPr>
          <p:cNvPr id="1190033712" name="Notes Placeholder 2"/>
          <p:cNvSpPr>
            <a:spLocks noGrp="1"/>
          </p:cNvSpPr>
          <p:nvPr>
            <p:ph type="body" idx="1"/>
          </p:nvPr>
        </p:nvSpPr>
        <p:spPr bwMode="auto"/>
        <p:txBody>
          <a:bodyPr/>
          <a:lstStyle/>
          <a:p>
            <a:pPr>
              <a:defRPr/>
            </a:pPr>
            <a:endParaRPr/>
          </a:p>
        </p:txBody>
      </p:sp>
      <p:sp>
        <p:nvSpPr>
          <p:cNvPr id="580970633" name="Slide Number Placeholder 3"/>
          <p:cNvSpPr>
            <a:spLocks noGrp="1"/>
          </p:cNvSpPr>
          <p:nvPr>
            <p:ph type="sldNum" sz="quarter" idx="10"/>
          </p:nvPr>
        </p:nvSpPr>
        <p:spPr bwMode="auto"/>
        <p:txBody>
          <a:bodyPr/>
          <a:lstStyle/>
          <a:p>
            <a:pPr>
              <a:defRPr/>
            </a:pPr>
            <a:fld id="{2F75876C-02DD-8176-BAC6-2A2F486B19A6}" type="slidenum">
              <a:rPr/>
              <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1922244" name="Slide Image Placeholder 1"/>
          <p:cNvSpPr>
            <a:spLocks noChangeAspect="1" noGrp="1" noRot="1"/>
          </p:cNvSpPr>
          <p:nvPr>
            <p:ph type="sldImg"/>
          </p:nvPr>
        </p:nvSpPr>
        <p:spPr bwMode="auto"/>
      </p:sp>
      <p:sp>
        <p:nvSpPr>
          <p:cNvPr id="1191782733" name="Notes Placeholder 2"/>
          <p:cNvSpPr>
            <a:spLocks noGrp="1"/>
          </p:cNvSpPr>
          <p:nvPr>
            <p:ph type="body" idx="1"/>
          </p:nvPr>
        </p:nvSpPr>
        <p:spPr bwMode="auto"/>
        <p:txBody>
          <a:bodyPr/>
          <a:lstStyle/>
          <a:p>
            <a:pPr>
              <a:defRPr/>
            </a:pPr>
            <a:endParaRPr/>
          </a:p>
        </p:txBody>
      </p:sp>
      <p:sp>
        <p:nvSpPr>
          <p:cNvPr id="403802958" name="Slide Number Placeholder 3"/>
          <p:cNvSpPr>
            <a:spLocks noGrp="1"/>
          </p:cNvSpPr>
          <p:nvPr>
            <p:ph type="sldNum" sz="quarter" idx="10"/>
          </p:nvPr>
        </p:nvSpPr>
        <p:spPr bwMode="auto"/>
        <p:txBody>
          <a:bodyPr/>
          <a:lstStyle/>
          <a:p>
            <a:pPr>
              <a:defRPr/>
            </a:pPr>
            <a:fld id="{75DEA56A-3434-1E36-0BC1-FEBF4D0A02C1}" type="slidenum">
              <a:rPr/>
              <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1810327" name="Slide Image Placeholder 1"/>
          <p:cNvSpPr>
            <a:spLocks noChangeAspect="1" noGrp="1" noRot="1"/>
          </p:cNvSpPr>
          <p:nvPr>
            <p:ph type="sldImg"/>
          </p:nvPr>
        </p:nvSpPr>
        <p:spPr bwMode="auto"/>
      </p:sp>
      <p:sp>
        <p:nvSpPr>
          <p:cNvPr id="467048448" name="Notes Placeholder 2"/>
          <p:cNvSpPr>
            <a:spLocks noGrp="1"/>
          </p:cNvSpPr>
          <p:nvPr>
            <p:ph type="body" idx="1"/>
          </p:nvPr>
        </p:nvSpPr>
        <p:spPr bwMode="auto"/>
        <p:txBody>
          <a:bodyPr/>
          <a:lstStyle/>
          <a:p>
            <a:pPr>
              <a:defRPr/>
            </a:pPr>
            <a:endParaRPr/>
          </a:p>
        </p:txBody>
      </p:sp>
      <p:sp>
        <p:nvSpPr>
          <p:cNvPr id="1953301048" name="Slide Number Placeholder 3"/>
          <p:cNvSpPr>
            <a:spLocks noGrp="1"/>
          </p:cNvSpPr>
          <p:nvPr>
            <p:ph type="sldNum" sz="quarter" idx="10"/>
          </p:nvPr>
        </p:nvSpPr>
        <p:spPr bwMode="auto"/>
        <p:txBody>
          <a:bodyPr/>
          <a:lstStyle/>
          <a:p>
            <a:pPr>
              <a:defRPr/>
            </a:pPr>
            <a:fld id="{749144A9-2D50-DAA6-0642-FD26FE95D75D}" type="slidenum">
              <a:rPr/>
              <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0854058" name="Slide Image Placeholder 1"/>
          <p:cNvSpPr>
            <a:spLocks noChangeAspect="1" noGrp="1" noRot="1"/>
          </p:cNvSpPr>
          <p:nvPr>
            <p:ph type="sldImg"/>
          </p:nvPr>
        </p:nvSpPr>
        <p:spPr bwMode="auto"/>
      </p:sp>
      <p:sp>
        <p:nvSpPr>
          <p:cNvPr id="1660364952" name="Notes Placeholder 2"/>
          <p:cNvSpPr>
            <a:spLocks noGrp="1"/>
          </p:cNvSpPr>
          <p:nvPr>
            <p:ph type="body" idx="1"/>
          </p:nvPr>
        </p:nvSpPr>
        <p:spPr bwMode="auto"/>
        <p:txBody>
          <a:bodyPr/>
          <a:lstStyle/>
          <a:p>
            <a:pPr>
              <a:defRPr/>
            </a:pPr>
            <a:endParaRPr/>
          </a:p>
        </p:txBody>
      </p:sp>
      <p:sp>
        <p:nvSpPr>
          <p:cNvPr id="729739257" name="Slide Number Placeholder 3"/>
          <p:cNvSpPr>
            <a:spLocks noGrp="1"/>
          </p:cNvSpPr>
          <p:nvPr>
            <p:ph type="sldNum" sz="quarter" idx="10"/>
          </p:nvPr>
        </p:nvSpPr>
        <p:spPr bwMode="auto"/>
        <p:txBody>
          <a:bodyPr/>
          <a:lstStyle/>
          <a:p>
            <a:pPr>
              <a:defRPr/>
            </a:pPr>
            <a:fld id="{623D1561-A5FD-9950-FA56-71F65CBAB311}" type="slidenum">
              <a:rPr/>
              <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8395647" name="Slide Image Placeholder 1"/>
          <p:cNvSpPr>
            <a:spLocks noChangeAspect="1" noGrp="1" noRot="1"/>
          </p:cNvSpPr>
          <p:nvPr>
            <p:ph type="sldImg"/>
          </p:nvPr>
        </p:nvSpPr>
        <p:spPr bwMode="auto"/>
      </p:sp>
      <p:sp>
        <p:nvSpPr>
          <p:cNvPr id="413039516" name="Notes Placeholder 2"/>
          <p:cNvSpPr>
            <a:spLocks noGrp="1"/>
          </p:cNvSpPr>
          <p:nvPr>
            <p:ph type="body" idx="1"/>
          </p:nvPr>
        </p:nvSpPr>
        <p:spPr bwMode="auto"/>
        <p:txBody>
          <a:bodyPr/>
          <a:lstStyle/>
          <a:p>
            <a:pPr>
              <a:defRPr/>
            </a:pPr>
            <a:endParaRPr/>
          </a:p>
        </p:txBody>
      </p:sp>
      <p:sp>
        <p:nvSpPr>
          <p:cNvPr id="2102650835" name="Slide Number Placeholder 3"/>
          <p:cNvSpPr>
            <a:spLocks noGrp="1"/>
          </p:cNvSpPr>
          <p:nvPr>
            <p:ph type="sldNum" sz="quarter" idx="10"/>
          </p:nvPr>
        </p:nvSpPr>
        <p:spPr bwMode="auto"/>
        <p:txBody>
          <a:bodyPr/>
          <a:lstStyle/>
          <a:p>
            <a:pPr>
              <a:defRPr/>
            </a:pPr>
            <a:fld id="{191316CF-3603-6443-A67F-0C412772EB82}" type="slidenum">
              <a:rPr/>
              <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2761578" name="Slide Image Placeholder 1"/>
          <p:cNvSpPr>
            <a:spLocks noChangeAspect="1" noGrp="1" noRot="1"/>
          </p:cNvSpPr>
          <p:nvPr>
            <p:ph type="sldImg"/>
          </p:nvPr>
        </p:nvSpPr>
        <p:spPr bwMode="auto"/>
      </p:sp>
      <p:sp>
        <p:nvSpPr>
          <p:cNvPr id="1757699270" name="Notes Placeholder 2"/>
          <p:cNvSpPr>
            <a:spLocks noGrp="1"/>
          </p:cNvSpPr>
          <p:nvPr>
            <p:ph type="body" idx="1"/>
          </p:nvPr>
        </p:nvSpPr>
        <p:spPr bwMode="auto"/>
        <p:txBody>
          <a:bodyPr/>
          <a:lstStyle/>
          <a:p>
            <a:pPr>
              <a:defRPr/>
            </a:pPr>
            <a:endParaRPr/>
          </a:p>
        </p:txBody>
      </p:sp>
      <p:sp>
        <p:nvSpPr>
          <p:cNvPr id="658919123" name="Slide Number Placeholder 3"/>
          <p:cNvSpPr>
            <a:spLocks noGrp="1"/>
          </p:cNvSpPr>
          <p:nvPr>
            <p:ph type="sldNum" sz="quarter" idx="10"/>
          </p:nvPr>
        </p:nvSpPr>
        <p:spPr bwMode="auto"/>
        <p:txBody>
          <a:bodyPr/>
          <a:lstStyle/>
          <a:p>
            <a:pPr>
              <a:defRPr/>
            </a:pPr>
            <a:fld id="{FC7005F0-150E-6623-A80E-09D94AA8BDE8}" type="slidenum">
              <a:rPr/>
              <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4302040" name="Slide Image Placeholder 1"/>
          <p:cNvSpPr>
            <a:spLocks noChangeAspect="1" noGrp="1" noRot="1"/>
          </p:cNvSpPr>
          <p:nvPr>
            <p:ph type="sldImg"/>
          </p:nvPr>
        </p:nvSpPr>
        <p:spPr bwMode="auto"/>
      </p:sp>
      <p:sp>
        <p:nvSpPr>
          <p:cNvPr id="833401087" name="Notes Placeholder 2"/>
          <p:cNvSpPr>
            <a:spLocks noGrp="1"/>
          </p:cNvSpPr>
          <p:nvPr>
            <p:ph type="body" idx="1"/>
          </p:nvPr>
        </p:nvSpPr>
        <p:spPr bwMode="auto"/>
        <p:txBody>
          <a:bodyPr/>
          <a:lstStyle/>
          <a:p>
            <a:pPr>
              <a:defRPr/>
            </a:pPr>
            <a:endParaRPr/>
          </a:p>
        </p:txBody>
      </p:sp>
      <p:sp>
        <p:nvSpPr>
          <p:cNvPr id="1216887274" name="Slide Number Placeholder 3"/>
          <p:cNvSpPr>
            <a:spLocks noGrp="1"/>
          </p:cNvSpPr>
          <p:nvPr>
            <p:ph type="sldNum" sz="quarter" idx="10"/>
          </p:nvPr>
        </p:nvSpPr>
        <p:spPr bwMode="auto"/>
        <p:txBody>
          <a:bodyPr/>
          <a:lstStyle/>
          <a:p>
            <a:pPr>
              <a:defRPr/>
            </a:pPr>
            <a:fld id="{11DAE346-AA8D-7E5C-1E89-707F9546573B}" type="slidenum">
              <a:rPr/>
              <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1827973" name="Slide Image Placeholder 1"/>
          <p:cNvSpPr>
            <a:spLocks noChangeAspect="1" noGrp="1" noRot="1"/>
          </p:cNvSpPr>
          <p:nvPr>
            <p:ph type="sldImg"/>
          </p:nvPr>
        </p:nvSpPr>
        <p:spPr bwMode="auto"/>
      </p:sp>
      <p:sp>
        <p:nvSpPr>
          <p:cNvPr id="738397733" name="Notes Placeholder 2"/>
          <p:cNvSpPr>
            <a:spLocks noGrp="1"/>
          </p:cNvSpPr>
          <p:nvPr>
            <p:ph type="body" idx="1"/>
          </p:nvPr>
        </p:nvSpPr>
        <p:spPr bwMode="auto"/>
        <p:txBody>
          <a:bodyPr/>
          <a:lstStyle/>
          <a:p>
            <a:pPr>
              <a:defRPr/>
            </a:pPr>
            <a:endParaRPr/>
          </a:p>
        </p:txBody>
      </p:sp>
      <p:sp>
        <p:nvSpPr>
          <p:cNvPr id="719487697" name="Slide Number Placeholder 3"/>
          <p:cNvSpPr>
            <a:spLocks noGrp="1"/>
          </p:cNvSpPr>
          <p:nvPr>
            <p:ph type="sldNum" sz="quarter" idx="10"/>
          </p:nvPr>
        </p:nvSpPr>
        <p:spPr bwMode="auto"/>
        <p:txBody>
          <a:bodyPr/>
          <a:lstStyle/>
          <a:p>
            <a:pPr>
              <a:defRPr/>
            </a:pPr>
            <a:fld id="{6C7826DD-3E6E-BF0A-D1A1-A80A89606E9C}" type="slidenum">
              <a:rPr/>
              <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3300465" name="Slide Image Placeholder 1"/>
          <p:cNvSpPr>
            <a:spLocks noChangeAspect="1" noGrp="1" noRot="1"/>
          </p:cNvSpPr>
          <p:nvPr>
            <p:ph type="sldImg"/>
          </p:nvPr>
        </p:nvSpPr>
        <p:spPr bwMode="auto"/>
      </p:sp>
      <p:sp>
        <p:nvSpPr>
          <p:cNvPr id="277835521" name="Notes Placeholder 2"/>
          <p:cNvSpPr>
            <a:spLocks noGrp="1"/>
          </p:cNvSpPr>
          <p:nvPr>
            <p:ph type="body" idx="1"/>
          </p:nvPr>
        </p:nvSpPr>
        <p:spPr bwMode="auto"/>
        <p:txBody>
          <a:bodyPr/>
          <a:lstStyle/>
          <a:p>
            <a:pPr>
              <a:defRPr/>
            </a:pPr>
            <a:endParaRPr/>
          </a:p>
        </p:txBody>
      </p:sp>
      <p:sp>
        <p:nvSpPr>
          <p:cNvPr id="1661346546" name="Slide Number Placeholder 3"/>
          <p:cNvSpPr>
            <a:spLocks noGrp="1"/>
          </p:cNvSpPr>
          <p:nvPr>
            <p:ph type="sldNum" sz="quarter" idx="10"/>
          </p:nvPr>
        </p:nvSpPr>
        <p:spPr bwMode="auto"/>
        <p:txBody>
          <a:bodyPr/>
          <a:lstStyle/>
          <a:p>
            <a:pPr>
              <a:defRPr/>
            </a:pPr>
            <a:fld id="{A55B95A2-664C-854F-9761-E2DAFEAACA3D}" type="slidenum">
              <a:rPr/>
              <a:t/>
            </a:fld>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7918212" name="Slide Image Placeholder 1"/>
          <p:cNvSpPr>
            <a:spLocks noChangeAspect="1" noGrp="1" noRot="1"/>
          </p:cNvSpPr>
          <p:nvPr>
            <p:ph type="sldImg"/>
          </p:nvPr>
        </p:nvSpPr>
        <p:spPr bwMode="auto"/>
      </p:sp>
      <p:sp>
        <p:nvSpPr>
          <p:cNvPr id="354775326" name="Notes Placeholder 2"/>
          <p:cNvSpPr>
            <a:spLocks noGrp="1"/>
          </p:cNvSpPr>
          <p:nvPr>
            <p:ph type="body" idx="1"/>
          </p:nvPr>
        </p:nvSpPr>
        <p:spPr bwMode="auto"/>
        <p:txBody>
          <a:bodyPr/>
          <a:lstStyle/>
          <a:p>
            <a:pPr>
              <a:defRPr/>
            </a:pPr>
            <a:endParaRPr/>
          </a:p>
        </p:txBody>
      </p:sp>
      <p:sp>
        <p:nvSpPr>
          <p:cNvPr id="168048769" name="Slide Number Placeholder 3"/>
          <p:cNvSpPr>
            <a:spLocks noGrp="1"/>
          </p:cNvSpPr>
          <p:nvPr>
            <p:ph type="sldNum" sz="quarter" idx="10"/>
          </p:nvPr>
        </p:nvSpPr>
        <p:spPr bwMode="auto"/>
        <p:txBody>
          <a:bodyPr/>
          <a:lstStyle/>
          <a:p>
            <a:pPr>
              <a:defRPr/>
            </a:pPr>
            <a:fld id="{26EEFD39-6AA0-C770-0FAA-702916D11F2F}" type="slidenum">
              <a:rPr/>
              <a:t/>
            </a:fld>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4622553" name="Slide Image Placeholder 1"/>
          <p:cNvSpPr>
            <a:spLocks noChangeAspect="1" noGrp="1" noRot="1"/>
          </p:cNvSpPr>
          <p:nvPr>
            <p:ph type="sldImg"/>
          </p:nvPr>
        </p:nvSpPr>
        <p:spPr bwMode="auto"/>
      </p:sp>
      <p:sp>
        <p:nvSpPr>
          <p:cNvPr id="1853558543" name="Notes Placeholder 2"/>
          <p:cNvSpPr>
            <a:spLocks noGrp="1"/>
          </p:cNvSpPr>
          <p:nvPr>
            <p:ph type="body" idx="1"/>
          </p:nvPr>
        </p:nvSpPr>
        <p:spPr bwMode="auto"/>
        <p:txBody>
          <a:bodyPr/>
          <a:lstStyle/>
          <a:p>
            <a:pPr>
              <a:defRPr/>
            </a:pPr>
            <a:endParaRPr/>
          </a:p>
        </p:txBody>
      </p:sp>
      <p:sp>
        <p:nvSpPr>
          <p:cNvPr id="1897516002" name="Slide Number Placeholder 3"/>
          <p:cNvSpPr>
            <a:spLocks noGrp="1"/>
          </p:cNvSpPr>
          <p:nvPr>
            <p:ph type="sldNum" sz="quarter" idx="10"/>
          </p:nvPr>
        </p:nvSpPr>
        <p:spPr bwMode="auto"/>
        <p:txBody>
          <a:bodyPr/>
          <a:lstStyle/>
          <a:p>
            <a:pPr>
              <a:defRPr/>
            </a:pPr>
            <a:fld id="{7DA1CBF7-9182-0CC7-B7CA-8171E77BDC19}" type="slidenum">
              <a:rPr/>
              <a:t/>
            </a:fld>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0788517" name="Slide Image Placeholder 1"/>
          <p:cNvSpPr>
            <a:spLocks noChangeAspect="1" noGrp="1" noRot="1"/>
          </p:cNvSpPr>
          <p:nvPr>
            <p:ph type="sldImg"/>
          </p:nvPr>
        </p:nvSpPr>
        <p:spPr bwMode="auto"/>
      </p:sp>
      <p:sp>
        <p:nvSpPr>
          <p:cNvPr id="921321373" name="Notes Placeholder 2"/>
          <p:cNvSpPr>
            <a:spLocks noGrp="1"/>
          </p:cNvSpPr>
          <p:nvPr>
            <p:ph type="body" idx="1"/>
          </p:nvPr>
        </p:nvSpPr>
        <p:spPr bwMode="auto"/>
        <p:txBody>
          <a:bodyPr/>
          <a:lstStyle/>
          <a:p>
            <a:pPr>
              <a:defRPr/>
            </a:pPr>
            <a:endParaRPr/>
          </a:p>
        </p:txBody>
      </p:sp>
      <p:sp>
        <p:nvSpPr>
          <p:cNvPr id="763774409" name="Slide Number Placeholder 3"/>
          <p:cNvSpPr>
            <a:spLocks noGrp="1"/>
          </p:cNvSpPr>
          <p:nvPr>
            <p:ph type="sldNum" sz="quarter" idx="10"/>
          </p:nvPr>
        </p:nvSpPr>
        <p:spPr bwMode="auto"/>
        <p:txBody>
          <a:bodyPr/>
          <a:lstStyle/>
          <a:p>
            <a:pPr>
              <a:defRPr/>
            </a:pPr>
            <a:fld id="{6F38D666-34CF-7CC9-01E2-7025CF13F17B}" type="slidenum">
              <a:rPr/>
              <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2399339" name="Slide Image Placeholder 1"/>
          <p:cNvSpPr>
            <a:spLocks noChangeAspect="1" noGrp="1" noRot="1"/>
          </p:cNvSpPr>
          <p:nvPr>
            <p:ph type="sldImg"/>
          </p:nvPr>
        </p:nvSpPr>
        <p:spPr bwMode="auto"/>
      </p:sp>
      <p:sp>
        <p:nvSpPr>
          <p:cNvPr id="740547136" name="Notes Placeholder 2"/>
          <p:cNvSpPr>
            <a:spLocks noGrp="1"/>
          </p:cNvSpPr>
          <p:nvPr>
            <p:ph type="body" idx="1"/>
          </p:nvPr>
        </p:nvSpPr>
        <p:spPr bwMode="auto"/>
        <p:txBody>
          <a:bodyPr/>
          <a:lstStyle/>
          <a:p>
            <a:pPr>
              <a:defRPr/>
            </a:pPr>
            <a:endParaRPr/>
          </a:p>
        </p:txBody>
      </p:sp>
      <p:sp>
        <p:nvSpPr>
          <p:cNvPr id="538545801" name="Slide Number Placeholder 3"/>
          <p:cNvSpPr>
            <a:spLocks noGrp="1"/>
          </p:cNvSpPr>
          <p:nvPr>
            <p:ph type="sldNum" sz="quarter" idx="10"/>
          </p:nvPr>
        </p:nvSpPr>
        <p:spPr bwMode="auto"/>
        <p:txBody>
          <a:bodyPr/>
          <a:lstStyle/>
          <a:p>
            <a:pPr>
              <a:defRPr/>
            </a:pPr>
            <a:fld id="{29DA34B4-A92D-10B8-0F89-D4A152B73F97}" type="slidenum">
              <a:rPr/>
              <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658316" name="Slide Image Placeholder 1"/>
          <p:cNvSpPr>
            <a:spLocks noChangeAspect="1" noGrp="1" noRot="1"/>
          </p:cNvSpPr>
          <p:nvPr>
            <p:ph type="sldImg"/>
          </p:nvPr>
        </p:nvSpPr>
        <p:spPr bwMode="auto"/>
      </p:sp>
      <p:sp>
        <p:nvSpPr>
          <p:cNvPr id="191147491" name="Notes Placeholder 2"/>
          <p:cNvSpPr>
            <a:spLocks noGrp="1"/>
          </p:cNvSpPr>
          <p:nvPr>
            <p:ph type="body" idx="1"/>
          </p:nvPr>
        </p:nvSpPr>
        <p:spPr bwMode="auto"/>
        <p:txBody>
          <a:bodyPr/>
          <a:lstStyle/>
          <a:p>
            <a:pPr>
              <a:defRPr/>
            </a:pPr>
            <a:endParaRPr/>
          </a:p>
        </p:txBody>
      </p:sp>
      <p:sp>
        <p:nvSpPr>
          <p:cNvPr id="2095560154" name="Slide Number Placeholder 3"/>
          <p:cNvSpPr>
            <a:spLocks noGrp="1"/>
          </p:cNvSpPr>
          <p:nvPr>
            <p:ph type="sldNum" sz="quarter" idx="10"/>
          </p:nvPr>
        </p:nvSpPr>
        <p:spPr bwMode="auto"/>
        <p:txBody>
          <a:bodyPr/>
          <a:lstStyle/>
          <a:p>
            <a:pPr>
              <a:defRPr/>
            </a:pPr>
            <a:fld id="{1B99451A-8BF4-057B-F91C-773ABF68DF55}" type="slidenum">
              <a:rPr/>
              <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0524614" name="Slide Image Placeholder 1"/>
          <p:cNvSpPr>
            <a:spLocks noChangeAspect="1" noGrp="1" noRot="1"/>
          </p:cNvSpPr>
          <p:nvPr>
            <p:ph type="sldImg"/>
          </p:nvPr>
        </p:nvSpPr>
        <p:spPr bwMode="auto"/>
      </p:sp>
      <p:sp>
        <p:nvSpPr>
          <p:cNvPr id="1007013464" name="Notes Placeholder 2"/>
          <p:cNvSpPr>
            <a:spLocks noGrp="1"/>
          </p:cNvSpPr>
          <p:nvPr>
            <p:ph type="body" idx="1"/>
          </p:nvPr>
        </p:nvSpPr>
        <p:spPr bwMode="auto"/>
        <p:txBody>
          <a:bodyPr/>
          <a:lstStyle/>
          <a:p>
            <a:pPr>
              <a:defRPr/>
            </a:pPr>
            <a:endParaRPr/>
          </a:p>
        </p:txBody>
      </p:sp>
      <p:sp>
        <p:nvSpPr>
          <p:cNvPr id="903140494" name="Slide Number Placeholder 3"/>
          <p:cNvSpPr>
            <a:spLocks noGrp="1"/>
          </p:cNvSpPr>
          <p:nvPr>
            <p:ph type="sldNum" sz="quarter" idx="10"/>
          </p:nvPr>
        </p:nvSpPr>
        <p:spPr bwMode="auto"/>
        <p:txBody>
          <a:bodyPr/>
          <a:lstStyle/>
          <a:p>
            <a:pPr>
              <a:defRPr/>
            </a:pPr>
            <a:fld id="{C05B1284-99A7-61F2-FF95-A8C801F29040}" type="slidenum">
              <a:rPr/>
              <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6170088" name="Slide Image Placeholder 1"/>
          <p:cNvSpPr>
            <a:spLocks noChangeAspect="1" noGrp="1" noRot="1"/>
          </p:cNvSpPr>
          <p:nvPr>
            <p:ph type="sldImg"/>
          </p:nvPr>
        </p:nvSpPr>
        <p:spPr bwMode="auto"/>
      </p:sp>
      <p:sp>
        <p:nvSpPr>
          <p:cNvPr id="1992198699" name="Notes Placeholder 2"/>
          <p:cNvSpPr>
            <a:spLocks noGrp="1"/>
          </p:cNvSpPr>
          <p:nvPr>
            <p:ph type="body" idx="1"/>
          </p:nvPr>
        </p:nvSpPr>
        <p:spPr bwMode="auto"/>
        <p:txBody>
          <a:bodyPr/>
          <a:lstStyle/>
          <a:p>
            <a:pPr>
              <a:defRPr/>
            </a:pPr>
            <a:endParaRPr/>
          </a:p>
        </p:txBody>
      </p:sp>
      <p:sp>
        <p:nvSpPr>
          <p:cNvPr id="439296353" name="Slide Number Placeholder 3"/>
          <p:cNvSpPr>
            <a:spLocks noGrp="1"/>
          </p:cNvSpPr>
          <p:nvPr>
            <p:ph type="sldNum" sz="quarter" idx="10"/>
          </p:nvPr>
        </p:nvSpPr>
        <p:spPr bwMode="auto"/>
        <p:txBody>
          <a:bodyPr/>
          <a:lstStyle/>
          <a:p>
            <a:pPr>
              <a:defRPr/>
            </a:pPr>
            <a:fld id="{D654E699-913D-19E7-98A1-5E0AB300AB26}" type="slidenum">
              <a:rPr/>
              <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9984767" name="Slide Image Placeholder 1"/>
          <p:cNvSpPr>
            <a:spLocks noChangeAspect="1" noGrp="1" noRot="1"/>
          </p:cNvSpPr>
          <p:nvPr>
            <p:ph type="sldImg"/>
          </p:nvPr>
        </p:nvSpPr>
        <p:spPr bwMode="auto"/>
      </p:sp>
      <p:sp>
        <p:nvSpPr>
          <p:cNvPr id="769992085" name="Notes Placeholder 2"/>
          <p:cNvSpPr>
            <a:spLocks noGrp="1"/>
          </p:cNvSpPr>
          <p:nvPr>
            <p:ph type="body" idx="1"/>
          </p:nvPr>
        </p:nvSpPr>
        <p:spPr bwMode="auto"/>
        <p:txBody>
          <a:bodyPr/>
          <a:lstStyle/>
          <a:p>
            <a:pPr>
              <a:defRPr/>
            </a:pPr>
            <a:endParaRPr/>
          </a:p>
        </p:txBody>
      </p:sp>
      <p:sp>
        <p:nvSpPr>
          <p:cNvPr id="599031407" name="Slide Number Placeholder 3"/>
          <p:cNvSpPr>
            <a:spLocks noGrp="1"/>
          </p:cNvSpPr>
          <p:nvPr>
            <p:ph type="sldNum" sz="quarter" idx="10"/>
          </p:nvPr>
        </p:nvSpPr>
        <p:spPr bwMode="auto"/>
        <p:txBody>
          <a:bodyPr/>
          <a:lstStyle/>
          <a:p>
            <a:pPr>
              <a:defRPr/>
            </a:pPr>
            <a:fld id="{4FE97B79-6CF4-3ED8-6C1A-6EE785A1BE29}" type="slidenum">
              <a:rPr/>
              <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4560112" name="Slide Image Placeholder 1"/>
          <p:cNvSpPr>
            <a:spLocks noChangeAspect="1" noGrp="1" noRot="1"/>
          </p:cNvSpPr>
          <p:nvPr>
            <p:ph type="sldImg"/>
          </p:nvPr>
        </p:nvSpPr>
        <p:spPr bwMode="auto"/>
      </p:sp>
      <p:sp>
        <p:nvSpPr>
          <p:cNvPr id="677071958" name="Notes Placeholder 2"/>
          <p:cNvSpPr>
            <a:spLocks noGrp="1"/>
          </p:cNvSpPr>
          <p:nvPr>
            <p:ph type="body" idx="1"/>
          </p:nvPr>
        </p:nvSpPr>
        <p:spPr bwMode="auto"/>
        <p:txBody>
          <a:bodyPr/>
          <a:lstStyle/>
          <a:p>
            <a:pPr>
              <a:defRPr/>
            </a:pPr>
            <a:endParaRPr/>
          </a:p>
        </p:txBody>
      </p:sp>
      <p:sp>
        <p:nvSpPr>
          <p:cNvPr id="2072542307" name="Slide Number Placeholder 3"/>
          <p:cNvSpPr>
            <a:spLocks noGrp="1"/>
          </p:cNvSpPr>
          <p:nvPr>
            <p:ph type="sldNum" sz="quarter" idx="10"/>
          </p:nvPr>
        </p:nvSpPr>
        <p:spPr bwMode="auto"/>
        <p:txBody>
          <a:bodyPr/>
          <a:lstStyle/>
          <a:p>
            <a:pPr>
              <a:defRPr/>
            </a:pPr>
            <a:fld id="{5CC0F91B-EE29-749E-091F-82310898461D}" type="slidenum">
              <a:rPr/>
              <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3596226" name="Slide Image Placeholder 1"/>
          <p:cNvSpPr>
            <a:spLocks noChangeAspect="1" noGrp="1" noRot="1"/>
          </p:cNvSpPr>
          <p:nvPr>
            <p:ph type="sldImg"/>
          </p:nvPr>
        </p:nvSpPr>
        <p:spPr bwMode="auto"/>
      </p:sp>
      <p:sp>
        <p:nvSpPr>
          <p:cNvPr id="1598862011" name="Notes Placeholder 2"/>
          <p:cNvSpPr>
            <a:spLocks noGrp="1"/>
          </p:cNvSpPr>
          <p:nvPr>
            <p:ph type="body" idx="1"/>
          </p:nvPr>
        </p:nvSpPr>
        <p:spPr bwMode="auto"/>
        <p:txBody>
          <a:bodyPr/>
          <a:lstStyle/>
          <a:p>
            <a:pPr>
              <a:defRPr/>
            </a:pPr>
            <a:endParaRPr/>
          </a:p>
        </p:txBody>
      </p:sp>
      <p:sp>
        <p:nvSpPr>
          <p:cNvPr id="754566437" name="Slide Number Placeholder 3"/>
          <p:cNvSpPr>
            <a:spLocks noGrp="1"/>
          </p:cNvSpPr>
          <p:nvPr>
            <p:ph type="sldNum" sz="quarter" idx="10"/>
          </p:nvPr>
        </p:nvSpPr>
        <p:spPr bwMode="auto"/>
        <p:txBody>
          <a:bodyPr/>
          <a:lstStyle/>
          <a:p>
            <a:pPr>
              <a:defRPr/>
            </a:pPr>
            <a:fld id="{72A34C43-4EC4-935C-2C32-E3EDC7EDB91F}" type="slidenum">
              <a:rPr/>
              <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8273134" name="Slide Image Placeholder 1"/>
          <p:cNvSpPr>
            <a:spLocks noChangeAspect="1" noGrp="1" noRot="1"/>
          </p:cNvSpPr>
          <p:nvPr>
            <p:ph type="sldImg"/>
          </p:nvPr>
        </p:nvSpPr>
        <p:spPr bwMode="auto"/>
      </p:sp>
      <p:sp>
        <p:nvSpPr>
          <p:cNvPr id="1455826263" name="Notes Placeholder 2"/>
          <p:cNvSpPr>
            <a:spLocks noGrp="1"/>
          </p:cNvSpPr>
          <p:nvPr>
            <p:ph type="body" idx="1"/>
          </p:nvPr>
        </p:nvSpPr>
        <p:spPr bwMode="auto"/>
        <p:txBody>
          <a:bodyPr/>
          <a:lstStyle/>
          <a:p>
            <a:pPr>
              <a:defRPr/>
            </a:pPr>
            <a:endParaRPr/>
          </a:p>
        </p:txBody>
      </p:sp>
      <p:sp>
        <p:nvSpPr>
          <p:cNvPr id="1944591877" name="Slide Number Placeholder 3"/>
          <p:cNvSpPr>
            <a:spLocks noGrp="1"/>
          </p:cNvSpPr>
          <p:nvPr>
            <p:ph type="sldNum" sz="quarter" idx="10"/>
          </p:nvPr>
        </p:nvSpPr>
        <p:spPr bwMode="auto"/>
        <p:txBody>
          <a:bodyPr/>
          <a:lstStyle/>
          <a:p>
            <a:pPr>
              <a:defRPr/>
            </a:pPr>
            <a:fld id="{53BB7A3F-D233-0BF0-5023-F0782E3ACDA9}" type="slidenum">
              <a:rPr/>
              <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0668743" name="Slide Image Placeholder 1"/>
          <p:cNvSpPr>
            <a:spLocks noChangeAspect="1" noGrp="1" noRot="1"/>
          </p:cNvSpPr>
          <p:nvPr>
            <p:ph type="sldImg"/>
          </p:nvPr>
        </p:nvSpPr>
        <p:spPr bwMode="auto"/>
      </p:sp>
      <p:sp>
        <p:nvSpPr>
          <p:cNvPr id="1916289174" name="Notes Placeholder 2"/>
          <p:cNvSpPr>
            <a:spLocks noGrp="1"/>
          </p:cNvSpPr>
          <p:nvPr>
            <p:ph type="body" idx="1"/>
          </p:nvPr>
        </p:nvSpPr>
        <p:spPr bwMode="auto"/>
        <p:txBody>
          <a:bodyPr/>
          <a:lstStyle/>
          <a:p>
            <a:pPr>
              <a:defRPr/>
            </a:pPr>
            <a:endParaRPr/>
          </a:p>
        </p:txBody>
      </p:sp>
      <p:sp>
        <p:nvSpPr>
          <p:cNvPr id="289674948" name="Slide Number Placeholder 3"/>
          <p:cNvSpPr>
            <a:spLocks noGrp="1"/>
          </p:cNvSpPr>
          <p:nvPr>
            <p:ph type="sldNum" sz="quarter" idx="10"/>
          </p:nvPr>
        </p:nvSpPr>
        <p:spPr bwMode="auto"/>
        <p:txBody>
          <a:bodyPr/>
          <a:lstStyle/>
          <a:p>
            <a:pPr>
              <a:defRPr/>
            </a:pPr>
            <a:fld id="{E6E13BF4-AB19-F2FA-3107-7655873B3417}" type="slidenum">
              <a:rPr/>
              <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0842382" name="Slide Image Placeholder 1"/>
          <p:cNvSpPr>
            <a:spLocks noChangeAspect="1" noGrp="1" noRot="1"/>
          </p:cNvSpPr>
          <p:nvPr>
            <p:ph type="sldImg"/>
          </p:nvPr>
        </p:nvSpPr>
        <p:spPr bwMode="auto"/>
      </p:sp>
      <p:sp>
        <p:nvSpPr>
          <p:cNvPr id="2076504336" name="Notes Placeholder 2"/>
          <p:cNvSpPr>
            <a:spLocks noGrp="1"/>
          </p:cNvSpPr>
          <p:nvPr>
            <p:ph type="body" idx="1"/>
          </p:nvPr>
        </p:nvSpPr>
        <p:spPr bwMode="auto"/>
        <p:txBody>
          <a:bodyPr/>
          <a:lstStyle/>
          <a:p>
            <a:pPr>
              <a:defRPr/>
            </a:pPr>
            <a:endParaRPr/>
          </a:p>
        </p:txBody>
      </p:sp>
      <p:sp>
        <p:nvSpPr>
          <p:cNvPr id="1811141104" name="Slide Number Placeholder 3"/>
          <p:cNvSpPr>
            <a:spLocks noGrp="1"/>
          </p:cNvSpPr>
          <p:nvPr>
            <p:ph type="sldNum" sz="quarter" idx="10"/>
          </p:nvPr>
        </p:nvSpPr>
        <p:spPr bwMode="auto"/>
        <p:txBody>
          <a:bodyPr/>
          <a:lstStyle/>
          <a:p>
            <a:pPr>
              <a:defRPr/>
            </a:pPr>
            <a:fld id="{25F95B0D-FEF4-36DC-37EA-54C0DF2F23B3}" type="slidenum">
              <a:rPr/>
              <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6888744" name="Slide Image Placeholder 1"/>
          <p:cNvSpPr>
            <a:spLocks noChangeAspect="1" noGrp="1" noRot="1"/>
          </p:cNvSpPr>
          <p:nvPr>
            <p:ph type="sldImg"/>
          </p:nvPr>
        </p:nvSpPr>
        <p:spPr bwMode="auto"/>
      </p:sp>
      <p:sp>
        <p:nvSpPr>
          <p:cNvPr id="1573646703" name="Notes Placeholder 2"/>
          <p:cNvSpPr>
            <a:spLocks noGrp="1"/>
          </p:cNvSpPr>
          <p:nvPr>
            <p:ph type="body" idx="1"/>
          </p:nvPr>
        </p:nvSpPr>
        <p:spPr bwMode="auto"/>
        <p:txBody>
          <a:bodyPr/>
          <a:lstStyle/>
          <a:p>
            <a:pPr>
              <a:defRPr/>
            </a:pPr>
            <a:endParaRPr/>
          </a:p>
        </p:txBody>
      </p:sp>
      <p:sp>
        <p:nvSpPr>
          <p:cNvPr id="585231248" name="Slide Number Placeholder 3"/>
          <p:cNvSpPr>
            <a:spLocks noGrp="1"/>
          </p:cNvSpPr>
          <p:nvPr>
            <p:ph type="sldNum" sz="quarter" idx="10"/>
          </p:nvPr>
        </p:nvSpPr>
        <p:spPr bwMode="auto"/>
        <p:txBody>
          <a:bodyPr/>
          <a:lstStyle/>
          <a:p>
            <a:pPr>
              <a:defRPr/>
            </a:pPr>
            <a:fld id="{47FF7055-2325-43B1-08B5-6C17D6304827}" type="slidenum">
              <a:rPr/>
              <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9976696" name="Slide Image Placeholder 1"/>
          <p:cNvSpPr>
            <a:spLocks noChangeAspect="1" noGrp="1" noRot="1"/>
          </p:cNvSpPr>
          <p:nvPr>
            <p:ph type="sldImg"/>
          </p:nvPr>
        </p:nvSpPr>
        <p:spPr bwMode="auto"/>
      </p:sp>
      <p:sp>
        <p:nvSpPr>
          <p:cNvPr id="335282942" name="Notes Placeholder 2"/>
          <p:cNvSpPr>
            <a:spLocks noGrp="1"/>
          </p:cNvSpPr>
          <p:nvPr>
            <p:ph type="body" idx="1"/>
          </p:nvPr>
        </p:nvSpPr>
        <p:spPr bwMode="auto"/>
        <p:txBody>
          <a:bodyPr/>
          <a:lstStyle/>
          <a:p>
            <a:pPr>
              <a:defRPr/>
            </a:pPr>
            <a:endParaRPr/>
          </a:p>
        </p:txBody>
      </p:sp>
      <p:sp>
        <p:nvSpPr>
          <p:cNvPr id="664214874" name="Slide Number Placeholder 3"/>
          <p:cNvSpPr>
            <a:spLocks noGrp="1"/>
          </p:cNvSpPr>
          <p:nvPr>
            <p:ph type="sldNum" sz="quarter" idx="10"/>
          </p:nvPr>
        </p:nvSpPr>
        <p:spPr bwMode="auto"/>
        <p:txBody>
          <a:bodyPr/>
          <a:lstStyle/>
          <a:p>
            <a:pPr>
              <a:defRPr/>
            </a:pPr>
            <a:fld id="{AF212FA6-811E-9554-35B5-68C8E0045A92}" type="slidenum">
              <a:rPr/>
              <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2554173" name="Slide Image Placeholder 1"/>
          <p:cNvSpPr>
            <a:spLocks noChangeAspect="1" noGrp="1" noRot="1"/>
          </p:cNvSpPr>
          <p:nvPr>
            <p:ph type="sldImg"/>
          </p:nvPr>
        </p:nvSpPr>
        <p:spPr bwMode="auto"/>
      </p:sp>
      <p:sp>
        <p:nvSpPr>
          <p:cNvPr id="858418249" name="Notes Placeholder 2"/>
          <p:cNvSpPr>
            <a:spLocks noGrp="1"/>
          </p:cNvSpPr>
          <p:nvPr>
            <p:ph type="body" idx="1"/>
          </p:nvPr>
        </p:nvSpPr>
        <p:spPr bwMode="auto"/>
        <p:txBody>
          <a:bodyPr/>
          <a:lstStyle/>
          <a:p>
            <a:pPr>
              <a:defRPr/>
            </a:pPr>
            <a:endParaRPr/>
          </a:p>
        </p:txBody>
      </p:sp>
      <p:sp>
        <p:nvSpPr>
          <p:cNvPr id="908787163" name="Slide Number Placeholder 3"/>
          <p:cNvSpPr>
            <a:spLocks noGrp="1"/>
          </p:cNvSpPr>
          <p:nvPr>
            <p:ph type="sldNum" sz="quarter" idx="10"/>
          </p:nvPr>
        </p:nvSpPr>
        <p:spPr bwMode="auto"/>
        <p:txBody>
          <a:bodyPr/>
          <a:lstStyle/>
          <a:p>
            <a:pPr>
              <a:defRPr/>
            </a:pPr>
            <a:fld id="{C401B9F5-4F05-81E9-65DE-BF9369C48B3D}" type="slidenum">
              <a:rPr/>
              <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3443554" name="Slide Image Placeholder 1"/>
          <p:cNvSpPr>
            <a:spLocks noChangeAspect="1" noGrp="1" noRot="1"/>
          </p:cNvSpPr>
          <p:nvPr>
            <p:ph type="sldImg"/>
          </p:nvPr>
        </p:nvSpPr>
        <p:spPr bwMode="auto"/>
      </p:sp>
      <p:sp>
        <p:nvSpPr>
          <p:cNvPr id="768533838" name="Notes Placeholder 2"/>
          <p:cNvSpPr>
            <a:spLocks noGrp="1"/>
          </p:cNvSpPr>
          <p:nvPr>
            <p:ph type="body" idx="1"/>
          </p:nvPr>
        </p:nvSpPr>
        <p:spPr bwMode="auto"/>
        <p:txBody>
          <a:bodyPr/>
          <a:lstStyle/>
          <a:p>
            <a:pPr>
              <a:defRPr/>
            </a:pPr>
            <a:endParaRPr/>
          </a:p>
        </p:txBody>
      </p:sp>
      <p:sp>
        <p:nvSpPr>
          <p:cNvPr id="136490388" name="Slide Number Placeholder 3"/>
          <p:cNvSpPr>
            <a:spLocks noGrp="1"/>
          </p:cNvSpPr>
          <p:nvPr>
            <p:ph type="sldNum" sz="quarter" idx="10"/>
          </p:nvPr>
        </p:nvSpPr>
        <p:spPr bwMode="auto"/>
        <p:txBody>
          <a:bodyPr/>
          <a:lstStyle/>
          <a:p>
            <a:pPr>
              <a:defRPr/>
            </a:pPr>
            <a:fld id="{F3D6C260-5C28-7DAD-AFB9-BF60D280DBE3}" type="slidenum">
              <a:rPr/>
              <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0149795" name="Slide Image Placeholder 1"/>
          <p:cNvSpPr>
            <a:spLocks noChangeAspect="1" noGrp="1" noRot="1"/>
          </p:cNvSpPr>
          <p:nvPr>
            <p:ph type="sldImg"/>
          </p:nvPr>
        </p:nvSpPr>
        <p:spPr bwMode="auto"/>
      </p:sp>
      <p:sp>
        <p:nvSpPr>
          <p:cNvPr id="1227870728" name="Notes Placeholder 2"/>
          <p:cNvSpPr>
            <a:spLocks noGrp="1"/>
          </p:cNvSpPr>
          <p:nvPr>
            <p:ph type="body" idx="1"/>
          </p:nvPr>
        </p:nvSpPr>
        <p:spPr bwMode="auto"/>
        <p:txBody>
          <a:bodyPr/>
          <a:lstStyle/>
          <a:p>
            <a:pPr>
              <a:defRPr/>
            </a:pPr>
            <a:endParaRPr/>
          </a:p>
        </p:txBody>
      </p:sp>
      <p:sp>
        <p:nvSpPr>
          <p:cNvPr id="111349652" name="Slide Number Placeholder 3"/>
          <p:cNvSpPr>
            <a:spLocks noGrp="1"/>
          </p:cNvSpPr>
          <p:nvPr>
            <p:ph type="sldNum" sz="quarter" idx="10"/>
          </p:nvPr>
        </p:nvSpPr>
        <p:spPr bwMode="auto"/>
        <p:txBody>
          <a:bodyPr/>
          <a:lstStyle/>
          <a:p>
            <a:pPr>
              <a:defRPr/>
            </a:pPr>
            <a:fld id="{DF99BD14-96DD-AFCB-26ED-D14603BA7454}" type="slidenum">
              <a:rPr/>
              <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1182183" name="Slide Image Placeholder 1"/>
          <p:cNvSpPr>
            <a:spLocks noChangeAspect="1" noGrp="1" noRot="1"/>
          </p:cNvSpPr>
          <p:nvPr>
            <p:ph type="sldImg"/>
          </p:nvPr>
        </p:nvSpPr>
        <p:spPr bwMode="auto"/>
      </p:sp>
      <p:sp>
        <p:nvSpPr>
          <p:cNvPr id="585698418" name="Notes Placeholder 2"/>
          <p:cNvSpPr>
            <a:spLocks noGrp="1"/>
          </p:cNvSpPr>
          <p:nvPr>
            <p:ph type="body" idx="1"/>
          </p:nvPr>
        </p:nvSpPr>
        <p:spPr bwMode="auto"/>
        <p:txBody>
          <a:bodyPr/>
          <a:lstStyle/>
          <a:p>
            <a:pPr>
              <a:defRPr/>
            </a:pPr>
            <a:endParaRPr/>
          </a:p>
        </p:txBody>
      </p:sp>
      <p:sp>
        <p:nvSpPr>
          <p:cNvPr id="1792105775" name="Slide Number Placeholder 3"/>
          <p:cNvSpPr>
            <a:spLocks noGrp="1"/>
          </p:cNvSpPr>
          <p:nvPr>
            <p:ph type="sldNum" sz="quarter" idx="10"/>
          </p:nvPr>
        </p:nvSpPr>
        <p:spPr bwMode="auto"/>
        <p:txBody>
          <a:bodyPr/>
          <a:lstStyle/>
          <a:p>
            <a:pPr>
              <a:defRPr/>
            </a:pPr>
            <a:fld id="{D9489FF3-2559-725F-34D5-D8C34F5CE6CD}" type="slidenum">
              <a:rPr/>
              <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5808970" name="Slide Image Placeholder 1"/>
          <p:cNvSpPr>
            <a:spLocks noChangeAspect="1" noGrp="1" noRot="1"/>
          </p:cNvSpPr>
          <p:nvPr>
            <p:ph type="sldImg"/>
          </p:nvPr>
        </p:nvSpPr>
        <p:spPr bwMode="auto"/>
      </p:sp>
      <p:sp>
        <p:nvSpPr>
          <p:cNvPr id="678745298" name="Notes Placeholder 2"/>
          <p:cNvSpPr>
            <a:spLocks noGrp="1"/>
          </p:cNvSpPr>
          <p:nvPr>
            <p:ph type="body" idx="1"/>
          </p:nvPr>
        </p:nvSpPr>
        <p:spPr bwMode="auto"/>
        <p:txBody>
          <a:bodyPr/>
          <a:lstStyle/>
          <a:p>
            <a:pPr>
              <a:defRPr/>
            </a:pPr>
            <a:endParaRPr/>
          </a:p>
        </p:txBody>
      </p:sp>
      <p:sp>
        <p:nvSpPr>
          <p:cNvPr id="819645768" name="Slide Number Placeholder 3"/>
          <p:cNvSpPr>
            <a:spLocks noGrp="1"/>
          </p:cNvSpPr>
          <p:nvPr>
            <p:ph type="sldNum" sz="quarter" idx="10"/>
          </p:nvPr>
        </p:nvSpPr>
        <p:spPr bwMode="auto"/>
        <p:txBody>
          <a:bodyPr/>
          <a:lstStyle/>
          <a:p>
            <a:pPr>
              <a:defRPr/>
            </a:pPr>
            <a:fld id="{02DC4B47-B413-9BE9-1270-056C36D6EDE8}" type="slidenum">
              <a:rPr/>
              <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8065750" name="Slide Image Placeholder 1"/>
          <p:cNvSpPr>
            <a:spLocks noChangeAspect="1" noGrp="1" noRot="1"/>
          </p:cNvSpPr>
          <p:nvPr>
            <p:ph type="sldImg"/>
          </p:nvPr>
        </p:nvSpPr>
        <p:spPr bwMode="auto"/>
      </p:sp>
      <p:sp>
        <p:nvSpPr>
          <p:cNvPr id="725968696" name="Notes Placeholder 2"/>
          <p:cNvSpPr>
            <a:spLocks noGrp="1"/>
          </p:cNvSpPr>
          <p:nvPr>
            <p:ph type="body" idx="1"/>
          </p:nvPr>
        </p:nvSpPr>
        <p:spPr bwMode="auto"/>
        <p:txBody>
          <a:bodyPr/>
          <a:lstStyle/>
          <a:p>
            <a:pPr>
              <a:defRPr/>
            </a:pPr>
            <a:endParaRPr/>
          </a:p>
        </p:txBody>
      </p:sp>
      <p:sp>
        <p:nvSpPr>
          <p:cNvPr id="353931902" name="Slide Number Placeholder 3"/>
          <p:cNvSpPr>
            <a:spLocks noGrp="1"/>
          </p:cNvSpPr>
          <p:nvPr>
            <p:ph type="sldNum" sz="quarter" idx="10"/>
          </p:nvPr>
        </p:nvSpPr>
        <p:spPr bwMode="auto"/>
        <p:txBody>
          <a:bodyPr/>
          <a:lstStyle/>
          <a:p>
            <a:pPr>
              <a:defRPr/>
            </a:pPr>
            <a:fld id="{470A7E89-068D-885E-ADA9-8AAF81A1FA9B}" type="slidenum">
              <a:rPr/>
              <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3726894" name="Slide Image Placeholder 1"/>
          <p:cNvSpPr>
            <a:spLocks noChangeAspect="1" noGrp="1" noRot="1"/>
          </p:cNvSpPr>
          <p:nvPr>
            <p:ph type="sldImg"/>
          </p:nvPr>
        </p:nvSpPr>
        <p:spPr bwMode="auto"/>
      </p:sp>
      <p:sp>
        <p:nvSpPr>
          <p:cNvPr id="295955328" name="Notes Placeholder 2"/>
          <p:cNvSpPr>
            <a:spLocks noGrp="1"/>
          </p:cNvSpPr>
          <p:nvPr>
            <p:ph type="body" idx="1"/>
          </p:nvPr>
        </p:nvSpPr>
        <p:spPr bwMode="auto"/>
        <p:txBody>
          <a:bodyPr/>
          <a:lstStyle/>
          <a:p>
            <a:pPr>
              <a:defRPr/>
            </a:pPr>
            <a:endParaRPr/>
          </a:p>
        </p:txBody>
      </p:sp>
      <p:sp>
        <p:nvSpPr>
          <p:cNvPr id="577997212" name="Slide Number Placeholder 3"/>
          <p:cNvSpPr>
            <a:spLocks noGrp="1"/>
          </p:cNvSpPr>
          <p:nvPr>
            <p:ph type="sldNum" sz="quarter" idx="10"/>
          </p:nvPr>
        </p:nvSpPr>
        <p:spPr bwMode="auto"/>
        <p:txBody>
          <a:bodyPr/>
          <a:lstStyle/>
          <a:p>
            <a:pPr>
              <a:defRPr/>
            </a:pPr>
            <a:fld id="{BFE90F29-06DB-4001-3E87-A204F9006D12}" type="slidenum">
              <a:rPr/>
              <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3503877" name="Slide Image Placeholder 1"/>
          <p:cNvSpPr>
            <a:spLocks noChangeAspect="1" noGrp="1" noRot="1"/>
          </p:cNvSpPr>
          <p:nvPr>
            <p:ph type="sldImg"/>
          </p:nvPr>
        </p:nvSpPr>
        <p:spPr bwMode="auto"/>
      </p:sp>
      <p:sp>
        <p:nvSpPr>
          <p:cNvPr id="1529552109" name="Notes Placeholder 2"/>
          <p:cNvSpPr>
            <a:spLocks noGrp="1"/>
          </p:cNvSpPr>
          <p:nvPr>
            <p:ph type="body" idx="1"/>
          </p:nvPr>
        </p:nvSpPr>
        <p:spPr bwMode="auto"/>
        <p:txBody>
          <a:bodyPr/>
          <a:lstStyle/>
          <a:p>
            <a:pPr>
              <a:defRPr/>
            </a:pPr>
            <a:endParaRPr/>
          </a:p>
        </p:txBody>
      </p:sp>
      <p:sp>
        <p:nvSpPr>
          <p:cNvPr id="2129250311" name="Slide Number Placeholder 3"/>
          <p:cNvSpPr>
            <a:spLocks noGrp="1"/>
          </p:cNvSpPr>
          <p:nvPr>
            <p:ph type="sldNum" sz="quarter" idx="10"/>
          </p:nvPr>
        </p:nvSpPr>
        <p:spPr bwMode="auto"/>
        <p:txBody>
          <a:bodyPr/>
          <a:lstStyle/>
          <a:p>
            <a:pPr>
              <a:defRPr/>
            </a:pPr>
            <a:fld id="{EE8B9A5C-21C5-16B5-018D-57CDCBF4FFAC}" type="slidenum">
              <a:rPr/>
              <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1759149" name="Slide Image Placeholder 1"/>
          <p:cNvSpPr>
            <a:spLocks noChangeAspect="1" noGrp="1" noRot="1"/>
          </p:cNvSpPr>
          <p:nvPr>
            <p:ph type="sldImg"/>
          </p:nvPr>
        </p:nvSpPr>
        <p:spPr bwMode="auto"/>
      </p:sp>
      <p:sp>
        <p:nvSpPr>
          <p:cNvPr id="693512148" name="Notes Placeholder 2"/>
          <p:cNvSpPr>
            <a:spLocks noGrp="1"/>
          </p:cNvSpPr>
          <p:nvPr>
            <p:ph type="body" idx="1"/>
          </p:nvPr>
        </p:nvSpPr>
        <p:spPr bwMode="auto"/>
        <p:txBody>
          <a:bodyPr/>
          <a:lstStyle/>
          <a:p>
            <a:pPr>
              <a:defRPr/>
            </a:pPr>
            <a:endParaRPr/>
          </a:p>
        </p:txBody>
      </p:sp>
      <p:sp>
        <p:nvSpPr>
          <p:cNvPr id="1428692823" name="Slide Number Placeholder 3"/>
          <p:cNvSpPr>
            <a:spLocks noGrp="1"/>
          </p:cNvSpPr>
          <p:nvPr>
            <p:ph type="sldNum" sz="quarter" idx="10"/>
          </p:nvPr>
        </p:nvSpPr>
        <p:spPr bwMode="auto"/>
        <p:txBody>
          <a:bodyPr/>
          <a:lstStyle/>
          <a:p>
            <a:pPr>
              <a:defRPr/>
            </a:pPr>
            <a:fld id="{A66D1119-607C-CB85-0766-BC52664531D2}" type="slidenum">
              <a:rPr/>
              <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9419019" name="Slide Image Placeholder 1"/>
          <p:cNvSpPr>
            <a:spLocks noChangeAspect="1" noGrp="1" noRot="1"/>
          </p:cNvSpPr>
          <p:nvPr>
            <p:ph type="sldImg"/>
          </p:nvPr>
        </p:nvSpPr>
        <p:spPr bwMode="auto"/>
      </p:sp>
      <p:sp>
        <p:nvSpPr>
          <p:cNvPr id="770555832" name="Notes Placeholder 2"/>
          <p:cNvSpPr>
            <a:spLocks noGrp="1"/>
          </p:cNvSpPr>
          <p:nvPr>
            <p:ph type="body" idx="1"/>
          </p:nvPr>
        </p:nvSpPr>
        <p:spPr bwMode="auto"/>
        <p:txBody>
          <a:bodyPr/>
          <a:lstStyle/>
          <a:p>
            <a:pPr>
              <a:defRPr/>
            </a:pPr>
            <a:endParaRPr/>
          </a:p>
        </p:txBody>
      </p:sp>
      <p:sp>
        <p:nvSpPr>
          <p:cNvPr id="1844625907" name="Slide Number Placeholder 3"/>
          <p:cNvSpPr>
            <a:spLocks noGrp="1"/>
          </p:cNvSpPr>
          <p:nvPr>
            <p:ph type="sldNum" sz="quarter" idx="10"/>
          </p:nvPr>
        </p:nvSpPr>
        <p:spPr bwMode="auto"/>
        <p:txBody>
          <a:bodyPr/>
          <a:lstStyle/>
          <a:p>
            <a:pPr>
              <a:defRPr/>
            </a:pPr>
            <a:fld id="{F5900BFA-EFCC-FEF8-26E1-AF5A6F4EF580}" type="slidenum">
              <a:rPr/>
              <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8238085" name="Slide Image Placeholder 1"/>
          <p:cNvSpPr>
            <a:spLocks noChangeAspect="1" noGrp="1" noRot="1"/>
          </p:cNvSpPr>
          <p:nvPr>
            <p:ph type="sldImg"/>
          </p:nvPr>
        </p:nvSpPr>
        <p:spPr bwMode="auto"/>
      </p:sp>
      <p:sp>
        <p:nvSpPr>
          <p:cNvPr id="471260816" name="Notes Placeholder 2"/>
          <p:cNvSpPr>
            <a:spLocks noGrp="1"/>
          </p:cNvSpPr>
          <p:nvPr>
            <p:ph type="body" idx="1"/>
          </p:nvPr>
        </p:nvSpPr>
        <p:spPr bwMode="auto"/>
        <p:txBody>
          <a:bodyPr/>
          <a:lstStyle/>
          <a:p>
            <a:pPr>
              <a:defRPr/>
            </a:pPr>
            <a:endParaRPr/>
          </a:p>
        </p:txBody>
      </p:sp>
      <p:sp>
        <p:nvSpPr>
          <p:cNvPr id="234546261" name="Slide Number Placeholder 3"/>
          <p:cNvSpPr>
            <a:spLocks noGrp="1"/>
          </p:cNvSpPr>
          <p:nvPr>
            <p:ph type="sldNum" sz="quarter" idx="10"/>
          </p:nvPr>
        </p:nvSpPr>
        <p:spPr bwMode="auto"/>
        <p:txBody>
          <a:bodyPr/>
          <a:lstStyle/>
          <a:p>
            <a:pPr>
              <a:defRPr/>
            </a:pPr>
            <a:fld id="{8870F60A-31A9-B040-5F53-01DE57EF49A6}" type="slidenum">
              <a:rPr/>
              <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149518" name="Slide Image Placeholder 1"/>
          <p:cNvSpPr>
            <a:spLocks noChangeAspect="1" noGrp="1" noRot="1"/>
          </p:cNvSpPr>
          <p:nvPr>
            <p:ph type="sldImg"/>
          </p:nvPr>
        </p:nvSpPr>
        <p:spPr bwMode="auto"/>
      </p:sp>
      <p:sp>
        <p:nvSpPr>
          <p:cNvPr id="2087096079" name="Notes Placeholder 2"/>
          <p:cNvSpPr>
            <a:spLocks noGrp="1"/>
          </p:cNvSpPr>
          <p:nvPr>
            <p:ph type="body" idx="1"/>
          </p:nvPr>
        </p:nvSpPr>
        <p:spPr bwMode="auto"/>
        <p:txBody>
          <a:bodyPr/>
          <a:lstStyle/>
          <a:p>
            <a:pPr>
              <a:defRPr/>
            </a:pPr>
            <a:endParaRPr/>
          </a:p>
        </p:txBody>
      </p:sp>
      <p:sp>
        <p:nvSpPr>
          <p:cNvPr id="1225327897" name="Slide Number Placeholder 3"/>
          <p:cNvSpPr>
            <a:spLocks noGrp="1"/>
          </p:cNvSpPr>
          <p:nvPr>
            <p:ph type="sldNum" sz="quarter" idx="10"/>
          </p:nvPr>
        </p:nvSpPr>
        <p:spPr bwMode="auto"/>
        <p:txBody>
          <a:bodyPr/>
          <a:lstStyle/>
          <a:p>
            <a:pPr>
              <a:defRPr/>
            </a:pPr>
            <a:fld id="{1B7E16E5-0338-2C27-D8C1-629A8EFFEE94}" type="slidenum">
              <a:rPr/>
              <a:t/>
            </a:fld>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23073900" name="Slide Image Placeholder 1"/>
          <p:cNvSpPr>
            <a:spLocks noChangeAspect="1" noGrp="1" noRot="1"/>
          </p:cNvSpPr>
          <p:nvPr>
            <p:ph type="sldImg"/>
          </p:nvPr>
        </p:nvSpPr>
        <p:spPr bwMode="auto"/>
      </p:sp>
      <p:sp>
        <p:nvSpPr>
          <p:cNvPr id="436722215" name="Notes Placeholder 2"/>
          <p:cNvSpPr>
            <a:spLocks noGrp="1"/>
          </p:cNvSpPr>
          <p:nvPr>
            <p:ph type="body" idx="1"/>
          </p:nvPr>
        </p:nvSpPr>
        <p:spPr bwMode="auto"/>
        <p:txBody>
          <a:bodyPr/>
          <a:lstStyle/>
          <a:p>
            <a:pPr>
              <a:defRPr/>
            </a:pPr>
            <a:endParaRPr/>
          </a:p>
        </p:txBody>
      </p:sp>
      <p:sp>
        <p:nvSpPr>
          <p:cNvPr id="618746157" name="Slide Number Placeholder 3"/>
          <p:cNvSpPr>
            <a:spLocks noGrp="1"/>
          </p:cNvSpPr>
          <p:nvPr>
            <p:ph type="sldNum" sz="quarter" idx="10"/>
          </p:nvPr>
        </p:nvSpPr>
        <p:spPr bwMode="auto"/>
        <p:txBody>
          <a:bodyPr/>
          <a:lstStyle/>
          <a:p>
            <a:pPr>
              <a:defRPr/>
            </a:pPr>
            <a:fld id="{B79C8319-683D-4358-E2AD-60D64E7FED96}" type="slidenum">
              <a:rPr/>
              <a:t/>
            </a:fld>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8638941" name="Slide Image Placeholder 1"/>
          <p:cNvSpPr>
            <a:spLocks noChangeAspect="1" noGrp="1" noRot="1"/>
          </p:cNvSpPr>
          <p:nvPr>
            <p:ph type="sldImg"/>
          </p:nvPr>
        </p:nvSpPr>
        <p:spPr bwMode="auto"/>
      </p:sp>
      <p:sp>
        <p:nvSpPr>
          <p:cNvPr id="880288463" name="Notes Placeholder 2"/>
          <p:cNvSpPr>
            <a:spLocks noGrp="1"/>
          </p:cNvSpPr>
          <p:nvPr>
            <p:ph type="body" idx="1"/>
          </p:nvPr>
        </p:nvSpPr>
        <p:spPr bwMode="auto"/>
        <p:txBody>
          <a:bodyPr/>
          <a:lstStyle/>
          <a:p>
            <a:pPr>
              <a:defRPr/>
            </a:pPr>
            <a:endParaRPr/>
          </a:p>
        </p:txBody>
      </p:sp>
      <p:sp>
        <p:nvSpPr>
          <p:cNvPr id="1864631624" name="Slide Number Placeholder 3"/>
          <p:cNvSpPr>
            <a:spLocks noGrp="1"/>
          </p:cNvSpPr>
          <p:nvPr>
            <p:ph type="sldNum" sz="quarter" idx="10"/>
          </p:nvPr>
        </p:nvSpPr>
        <p:spPr bwMode="auto"/>
        <p:txBody>
          <a:bodyPr/>
          <a:lstStyle/>
          <a:p>
            <a:pPr>
              <a:defRPr/>
            </a:pPr>
            <a:fld id="{CCF26F47-AC0D-95BD-692C-AEC3DC564153}" type="slidenum">
              <a:rPr/>
              <a:t/>
            </a:fld>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1234885" name="Slide Image Placeholder 1"/>
          <p:cNvSpPr>
            <a:spLocks noChangeAspect="1" noGrp="1" noRot="1"/>
          </p:cNvSpPr>
          <p:nvPr>
            <p:ph type="sldImg"/>
          </p:nvPr>
        </p:nvSpPr>
        <p:spPr bwMode="auto"/>
      </p:sp>
      <p:sp>
        <p:nvSpPr>
          <p:cNvPr id="1412176620" name="Notes Placeholder 2"/>
          <p:cNvSpPr>
            <a:spLocks noGrp="1"/>
          </p:cNvSpPr>
          <p:nvPr>
            <p:ph type="body" idx="1"/>
          </p:nvPr>
        </p:nvSpPr>
        <p:spPr bwMode="auto"/>
        <p:txBody>
          <a:bodyPr/>
          <a:lstStyle/>
          <a:p>
            <a:pPr>
              <a:defRPr/>
            </a:pPr>
            <a:endParaRPr/>
          </a:p>
        </p:txBody>
      </p:sp>
      <p:sp>
        <p:nvSpPr>
          <p:cNvPr id="886975994" name="Slide Number Placeholder 3"/>
          <p:cNvSpPr>
            <a:spLocks noGrp="1"/>
          </p:cNvSpPr>
          <p:nvPr>
            <p:ph type="sldNum" sz="quarter" idx="10"/>
          </p:nvPr>
        </p:nvSpPr>
        <p:spPr bwMode="auto"/>
        <p:txBody>
          <a:bodyPr/>
          <a:lstStyle/>
          <a:p>
            <a:pPr>
              <a:defRPr/>
            </a:pPr>
            <a:fld id="{C78F4ABE-1713-782B-AB9F-2CBFD414DEC8}" type="slidenum">
              <a:rPr/>
              <a:t/>
            </a:fld>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8762546" name="Slide Image Placeholder 1"/>
          <p:cNvSpPr>
            <a:spLocks noChangeAspect="1" noGrp="1" noRot="1"/>
          </p:cNvSpPr>
          <p:nvPr>
            <p:ph type="sldImg"/>
          </p:nvPr>
        </p:nvSpPr>
        <p:spPr bwMode="auto"/>
      </p:sp>
      <p:sp>
        <p:nvSpPr>
          <p:cNvPr id="604255377" name="Notes Placeholder 2"/>
          <p:cNvSpPr>
            <a:spLocks noGrp="1"/>
          </p:cNvSpPr>
          <p:nvPr>
            <p:ph type="body" idx="1"/>
          </p:nvPr>
        </p:nvSpPr>
        <p:spPr bwMode="auto"/>
        <p:txBody>
          <a:bodyPr/>
          <a:lstStyle/>
          <a:p>
            <a:pPr>
              <a:defRPr/>
            </a:pPr>
            <a:endParaRPr/>
          </a:p>
        </p:txBody>
      </p:sp>
      <p:sp>
        <p:nvSpPr>
          <p:cNvPr id="1725895094" name="Slide Number Placeholder 3"/>
          <p:cNvSpPr>
            <a:spLocks noGrp="1"/>
          </p:cNvSpPr>
          <p:nvPr>
            <p:ph type="sldNum" sz="quarter" idx="10"/>
          </p:nvPr>
        </p:nvSpPr>
        <p:spPr bwMode="auto"/>
        <p:txBody>
          <a:bodyPr/>
          <a:lstStyle/>
          <a:p>
            <a:pPr>
              <a:defRPr/>
            </a:pPr>
            <a:fld id="{4A7174E7-7BBB-1145-4865-4A98445BB6C5}" type="slidenum">
              <a:rPr/>
              <a:t/>
            </a:fld>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1131148" name="Slide Image Placeholder 1"/>
          <p:cNvSpPr>
            <a:spLocks noChangeAspect="1" noGrp="1" noRot="1"/>
          </p:cNvSpPr>
          <p:nvPr>
            <p:ph type="sldImg"/>
          </p:nvPr>
        </p:nvSpPr>
        <p:spPr bwMode="auto"/>
      </p:sp>
      <p:sp>
        <p:nvSpPr>
          <p:cNvPr id="1195793938" name="Notes Placeholder 2"/>
          <p:cNvSpPr>
            <a:spLocks noGrp="1"/>
          </p:cNvSpPr>
          <p:nvPr>
            <p:ph type="body" idx="1"/>
          </p:nvPr>
        </p:nvSpPr>
        <p:spPr bwMode="auto"/>
        <p:txBody>
          <a:bodyPr/>
          <a:lstStyle/>
          <a:p>
            <a:pPr>
              <a:defRPr/>
            </a:pPr>
            <a:endParaRPr/>
          </a:p>
        </p:txBody>
      </p:sp>
      <p:sp>
        <p:nvSpPr>
          <p:cNvPr id="1202426762" name="Slide Number Placeholder 3"/>
          <p:cNvSpPr>
            <a:spLocks noGrp="1"/>
          </p:cNvSpPr>
          <p:nvPr>
            <p:ph type="sldNum" sz="quarter" idx="10"/>
          </p:nvPr>
        </p:nvSpPr>
        <p:spPr bwMode="auto"/>
        <p:txBody>
          <a:bodyPr/>
          <a:lstStyle/>
          <a:p>
            <a:pPr>
              <a:defRPr/>
            </a:pPr>
            <a:fld id="{9AAAD0EE-D482-9454-5847-ABA746C7669B}" type="slidenum">
              <a:rPr/>
              <a:t/>
            </a:fld>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9604259" name="Slide Image Placeholder 1"/>
          <p:cNvSpPr>
            <a:spLocks noChangeAspect="1" noGrp="1" noRot="1"/>
          </p:cNvSpPr>
          <p:nvPr>
            <p:ph type="sldImg"/>
          </p:nvPr>
        </p:nvSpPr>
        <p:spPr bwMode="auto"/>
      </p:sp>
      <p:sp>
        <p:nvSpPr>
          <p:cNvPr id="1860484038" name="Notes Placeholder 2"/>
          <p:cNvSpPr>
            <a:spLocks noGrp="1"/>
          </p:cNvSpPr>
          <p:nvPr>
            <p:ph type="body" idx="1"/>
          </p:nvPr>
        </p:nvSpPr>
        <p:spPr bwMode="auto"/>
        <p:txBody>
          <a:bodyPr/>
          <a:lstStyle/>
          <a:p>
            <a:pPr>
              <a:defRPr/>
            </a:pPr>
            <a:endParaRPr/>
          </a:p>
        </p:txBody>
      </p:sp>
      <p:sp>
        <p:nvSpPr>
          <p:cNvPr id="493218383" name="Slide Number Placeholder 3"/>
          <p:cNvSpPr>
            <a:spLocks noGrp="1"/>
          </p:cNvSpPr>
          <p:nvPr>
            <p:ph type="sldNum" sz="quarter" idx="10"/>
          </p:nvPr>
        </p:nvSpPr>
        <p:spPr bwMode="auto"/>
        <p:txBody>
          <a:bodyPr/>
          <a:lstStyle/>
          <a:p>
            <a:pPr>
              <a:defRPr/>
            </a:pPr>
            <a:fld id="{0D094C2C-B722-4EDA-913C-0F39417F618A}" type="slidenum">
              <a:rPr/>
              <a:t/>
            </a:fld>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5072649" name="Slide Image Placeholder 1"/>
          <p:cNvSpPr>
            <a:spLocks noChangeAspect="1" noGrp="1" noRot="1"/>
          </p:cNvSpPr>
          <p:nvPr>
            <p:ph type="sldImg"/>
          </p:nvPr>
        </p:nvSpPr>
        <p:spPr bwMode="auto"/>
      </p:sp>
      <p:sp>
        <p:nvSpPr>
          <p:cNvPr id="2124407877" name="Notes Placeholder 2"/>
          <p:cNvSpPr>
            <a:spLocks noGrp="1"/>
          </p:cNvSpPr>
          <p:nvPr>
            <p:ph type="body" idx="1"/>
          </p:nvPr>
        </p:nvSpPr>
        <p:spPr bwMode="auto"/>
        <p:txBody>
          <a:bodyPr/>
          <a:lstStyle/>
          <a:p>
            <a:pPr>
              <a:defRPr/>
            </a:pPr>
            <a:endParaRPr/>
          </a:p>
        </p:txBody>
      </p:sp>
      <p:sp>
        <p:nvSpPr>
          <p:cNvPr id="481074916" name="Slide Number Placeholder 3"/>
          <p:cNvSpPr>
            <a:spLocks noGrp="1"/>
          </p:cNvSpPr>
          <p:nvPr>
            <p:ph type="sldNum" sz="quarter" idx="10"/>
          </p:nvPr>
        </p:nvSpPr>
        <p:spPr bwMode="auto"/>
        <p:txBody>
          <a:bodyPr/>
          <a:lstStyle/>
          <a:p>
            <a:pPr>
              <a:defRPr/>
            </a:pPr>
            <a:fld id="{ECCFF67C-B288-A65F-65D2-295A94B8B1E0}" type="slidenum">
              <a:rPr/>
              <a:t/>
            </a:fld>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3017357" name="Slide Image Placeholder 1"/>
          <p:cNvSpPr>
            <a:spLocks noChangeAspect="1" noGrp="1" noRot="1"/>
          </p:cNvSpPr>
          <p:nvPr>
            <p:ph type="sldImg"/>
          </p:nvPr>
        </p:nvSpPr>
        <p:spPr bwMode="auto"/>
      </p:sp>
      <p:sp>
        <p:nvSpPr>
          <p:cNvPr id="259626694" name="Notes Placeholder 2"/>
          <p:cNvSpPr>
            <a:spLocks noGrp="1"/>
          </p:cNvSpPr>
          <p:nvPr>
            <p:ph type="body" idx="1"/>
          </p:nvPr>
        </p:nvSpPr>
        <p:spPr bwMode="auto"/>
        <p:txBody>
          <a:bodyPr/>
          <a:lstStyle/>
          <a:p>
            <a:pPr>
              <a:defRPr/>
            </a:pPr>
            <a:endParaRPr/>
          </a:p>
        </p:txBody>
      </p:sp>
      <p:sp>
        <p:nvSpPr>
          <p:cNvPr id="234005342" name="Slide Number Placeholder 3"/>
          <p:cNvSpPr>
            <a:spLocks noGrp="1"/>
          </p:cNvSpPr>
          <p:nvPr>
            <p:ph type="sldNum" sz="quarter" idx="10"/>
          </p:nvPr>
        </p:nvSpPr>
        <p:spPr bwMode="auto"/>
        <p:txBody>
          <a:bodyPr/>
          <a:lstStyle/>
          <a:p>
            <a:pPr>
              <a:defRPr/>
            </a:pPr>
            <a:fld id="{161C11DD-D803-CCB1-6E85-36645D80DD1B}" type="slidenum">
              <a:rPr/>
              <a:t/>
            </a:fld>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298586" name="Slide Image Placeholder 1"/>
          <p:cNvSpPr>
            <a:spLocks noChangeAspect="1" noGrp="1" noRot="1"/>
          </p:cNvSpPr>
          <p:nvPr>
            <p:ph type="sldImg"/>
          </p:nvPr>
        </p:nvSpPr>
        <p:spPr bwMode="auto"/>
      </p:sp>
      <p:sp>
        <p:nvSpPr>
          <p:cNvPr id="1782864516" name="Notes Placeholder 2"/>
          <p:cNvSpPr>
            <a:spLocks noGrp="1"/>
          </p:cNvSpPr>
          <p:nvPr>
            <p:ph type="body" idx="1"/>
          </p:nvPr>
        </p:nvSpPr>
        <p:spPr bwMode="auto"/>
        <p:txBody>
          <a:bodyPr/>
          <a:lstStyle/>
          <a:p>
            <a:pPr>
              <a:defRPr/>
            </a:pPr>
            <a:endParaRPr/>
          </a:p>
        </p:txBody>
      </p:sp>
      <p:sp>
        <p:nvSpPr>
          <p:cNvPr id="1059427583" name="Slide Number Placeholder 3"/>
          <p:cNvSpPr>
            <a:spLocks noGrp="1"/>
          </p:cNvSpPr>
          <p:nvPr>
            <p:ph type="sldNum" sz="quarter" idx="10"/>
          </p:nvPr>
        </p:nvSpPr>
        <p:spPr bwMode="auto"/>
        <p:txBody>
          <a:bodyPr/>
          <a:lstStyle/>
          <a:p>
            <a:pPr>
              <a:defRPr/>
            </a:pPr>
            <a:fld id="{6894EC2D-69CD-3610-7557-22450D9EE8C0}" type="slidenum">
              <a:rPr/>
              <a:t/>
            </a:fld>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231979" name="Slide Image Placeholder 1"/>
          <p:cNvSpPr>
            <a:spLocks noChangeAspect="1" noGrp="1" noRot="1"/>
          </p:cNvSpPr>
          <p:nvPr>
            <p:ph type="sldImg"/>
          </p:nvPr>
        </p:nvSpPr>
        <p:spPr bwMode="auto"/>
      </p:sp>
      <p:sp>
        <p:nvSpPr>
          <p:cNvPr id="323115811" name="Notes Placeholder 2"/>
          <p:cNvSpPr>
            <a:spLocks noGrp="1"/>
          </p:cNvSpPr>
          <p:nvPr>
            <p:ph type="body" idx="1"/>
          </p:nvPr>
        </p:nvSpPr>
        <p:spPr bwMode="auto"/>
        <p:txBody>
          <a:bodyPr/>
          <a:lstStyle/>
          <a:p>
            <a:pPr>
              <a:defRPr/>
            </a:pPr>
            <a:endParaRPr/>
          </a:p>
        </p:txBody>
      </p:sp>
      <p:sp>
        <p:nvSpPr>
          <p:cNvPr id="633511211" name="Slide Number Placeholder 3"/>
          <p:cNvSpPr>
            <a:spLocks noGrp="1"/>
          </p:cNvSpPr>
          <p:nvPr>
            <p:ph type="sldNum" sz="quarter" idx="10"/>
          </p:nvPr>
        </p:nvSpPr>
        <p:spPr bwMode="auto"/>
        <p:txBody>
          <a:bodyPr/>
          <a:lstStyle/>
          <a:p>
            <a:pPr>
              <a:defRPr/>
            </a:pPr>
            <a:fld id="{B1DAC71C-68A4-10F8-4053-DACB0C1A5DAF}" type="slidenum">
              <a:rPr/>
              <a:t/>
            </a:fld>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6021610" name="Slide Image Placeholder 1"/>
          <p:cNvSpPr>
            <a:spLocks noChangeAspect="1" noGrp="1" noRot="1"/>
          </p:cNvSpPr>
          <p:nvPr>
            <p:ph type="sldImg"/>
          </p:nvPr>
        </p:nvSpPr>
        <p:spPr bwMode="auto"/>
      </p:sp>
      <p:sp>
        <p:nvSpPr>
          <p:cNvPr id="2063252763" name="Notes Placeholder 2"/>
          <p:cNvSpPr>
            <a:spLocks noGrp="1"/>
          </p:cNvSpPr>
          <p:nvPr>
            <p:ph type="body" idx="1"/>
          </p:nvPr>
        </p:nvSpPr>
        <p:spPr bwMode="auto"/>
        <p:txBody>
          <a:bodyPr/>
          <a:lstStyle/>
          <a:p>
            <a:pPr>
              <a:defRPr/>
            </a:pPr>
            <a:endParaRPr/>
          </a:p>
        </p:txBody>
      </p:sp>
      <p:sp>
        <p:nvSpPr>
          <p:cNvPr id="1715489451" name="Slide Number Placeholder 3"/>
          <p:cNvSpPr>
            <a:spLocks noGrp="1"/>
          </p:cNvSpPr>
          <p:nvPr>
            <p:ph type="sldNum" sz="quarter" idx="10"/>
          </p:nvPr>
        </p:nvSpPr>
        <p:spPr bwMode="auto"/>
        <p:txBody>
          <a:bodyPr/>
          <a:lstStyle/>
          <a:p>
            <a:pPr>
              <a:defRPr/>
            </a:pPr>
            <a:fld id="{4064AF56-3CED-92EB-1DB5-EF5FE6EFF1DE}" type="slidenum">
              <a:rPr/>
              <a:t/>
            </a:fld>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7747770" name="Slide Image Placeholder 1"/>
          <p:cNvSpPr>
            <a:spLocks noChangeAspect="1" noGrp="1" noRot="1"/>
          </p:cNvSpPr>
          <p:nvPr>
            <p:ph type="sldImg"/>
          </p:nvPr>
        </p:nvSpPr>
        <p:spPr bwMode="auto"/>
      </p:sp>
      <p:sp>
        <p:nvSpPr>
          <p:cNvPr id="723227526" name="Notes Placeholder 2"/>
          <p:cNvSpPr>
            <a:spLocks noGrp="1"/>
          </p:cNvSpPr>
          <p:nvPr>
            <p:ph type="body" idx="1"/>
          </p:nvPr>
        </p:nvSpPr>
        <p:spPr bwMode="auto"/>
        <p:txBody>
          <a:bodyPr/>
          <a:lstStyle/>
          <a:p>
            <a:pPr>
              <a:defRPr/>
            </a:pPr>
            <a:endParaRPr/>
          </a:p>
        </p:txBody>
      </p:sp>
      <p:sp>
        <p:nvSpPr>
          <p:cNvPr id="2027989269" name="Slide Number Placeholder 3"/>
          <p:cNvSpPr>
            <a:spLocks noGrp="1"/>
          </p:cNvSpPr>
          <p:nvPr>
            <p:ph type="sldNum" sz="quarter" idx="10"/>
          </p:nvPr>
        </p:nvSpPr>
        <p:spPr bwMode="auto"/>
        <p:txBody>
          <a:bodyPr/>
          <a:lstStyle/>
          <a:p>
            <a:pPr>
              <a:defRPr/>
            </a:pPr>
            <a:fld id="{E9719971-ED38-517C-70E8-F2C3D5C2ACB9}" type="slidenum">
              <a:rPr/>
              <a:t/>
            </a:fld>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1172490" name="Slide Image Placeholder 1"/>
          <p:cNvSpPr>
            <a:spLocks noChangeAspect="1" noGrp="1" noRot="1"/>
          </p:cNvSpPr>
          <p:nvPr>
            <p:ph type="sldImg"/>
          </p:nvPr>
        </p:nvSpPr>
        <p:spPr bwMode="auto"/>
      </p:sp>
      <p:sp>
        <p:nvSpPr>
          <p:cNvPr id="1074821637" name="Notes Placeholder 2"/>
          <p:cNvSpPr>
            <a:spLocks noGrp="1"/>
          </p:cNvSpPr>
          <p:nvPr>
            <p:ph type="body" idx="1"/>
          </p:nvPr>
        </p:nvSpPr>
        <p:spPr bwMode="auto"/>
        <p:txBody>
          <a:bodyPr/>
          <a:lstStyle/>
          <a:p>
            <a:pPr>
              <a:defRPr/>
            </a:pPr>
            <a:endParaRPr/>
          </a:p>
        </p:txBody>
      </p:sp>
      <p:sp>
        <p:nvSpPr>
          <p:cNvPr id="451729722" name="Slide Number Placeholder 3"/>
          <p:cNvSpPr>
            <a:spLocks noGrp="1"/>
          </p:cNvSpPr>
          <p:nvPr>
            <p:ph type="sldNum" sz="quarter" idx="10"/>
          </p:nvPr>
        </p:nvSpPr>
        <p:spPr bwMode="auto"/>
        <p:txBody>
          <a:bodyPr/>
          <a:lstStyle/>
          <a:p>
            <a:pPr>
              <a:defRPr/>
            </a:pPr>
            <a:fld id="{BF9E31F4-2613-4619-E39D-432736F2CD51}" type="slidenum">
              <a:rPr/>
              <a:t/>
            </a:fld>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1833309" name="Slide Image Placeholder 1"/>
          <p:cNvSpPr>
            <a:spLocks noChangeAspect="1" noGrp="1" noRot="1"/>
          </p:cNvSpPr>
          <p:nvPr>
            <p:ph type="sldImg"/>
          </p:nvPr>
        </p:nvSpPr>
        <p:spPr bwMode="auto"/>
      </p:sp>
      <p:sp>
        <p:nvSpPr>
          <p:cNvPr id="454884155" name="Notes Placeholder 2"/>
          <p:cNvSpPr>
            <a:spLocks noGrp="1"/>
          </p:cNvSpPr>
          <p:nvPr>
            <p:ph type="body" idx="1"/>
          </p:nvPr>
        </p:nvSpPr>
        <p:spPr bwMode="auto"/>
        <p:txBody>
          <a:bodyPr/>
          <a:lstStyle/>
          <a:p>
            <a:pPr>
              <a:defRPr/>
            </a:pPr>
            <a:endParaRPr/>
          </a:p>
        </p:txBody>
      </p:sp>
      <p:sp>
        <p:nvSpPr>
          <p:cNvPr id="1670888590" name="Slide Number Placeholder 3"/>
          <p:cNvSpPr>
            <a:spLocks noGrp="1"/>
          </p:cNvSpPr>
          <p:nvPr>
            <p:ph type="sldNum" sz="quarter" idx="10"/>
          </p:nvPr>
        </p:nvSpPr>
        <p:spPr bwMode="auto"/>
        <p:txBody>
          <a:bodyPr/>
          <a:lstStyle/>
          <a:p>
            <a:pPr>
              <a:defRPr/>
            </a:pPr>
            <a:fld id="{A9A8604E-C25B-F2B4-6E5C-2CA23287901C}" type="slidenum">
              <a:rPr/>
              <a:t/>
            </a:fld>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4976184" name="Slide Image Placeholder 1"/>
          <p:cNvSpPr>
            <a:spLocks noChangeAspect="1" noGrp="1" noRot="1"/>
          </p:cNvSpPr>
          <p:nvPr>
            <p:ph type="sldImg"/>
          </p:nvPr>
        </p:nvSpPr>
        <p:spPr bwMode="auto"/>
      </p:sp>
      <p:sp>
        <p:nvSpPr>
          <p:cNvPr id="605984012" name="Notes Placeholder 2"/>
          <p:cNvSpPr>
            <a:spLocks noGrp="1"/>
          </p:cNvSpPr>
          <p:nvPr>
            <p:ph type="body" idx="1"/>
          </p:nvPr>
        </p:nvSpPr>
        <p:spPr bwMode="auto"/>
        <p:txBody>
          <a:bodyPr/>
          <a:lstStyle/>
          <a:p>
            <a:pPr>
              <a:defRPr/>
            </a:pPr>
            <a:endParaRPr/>
          </a:p>
        </p:txBody>
      </p:sp>
      <p:sp>
        <p:nvSpPr>
          <p:cNvPr id="244906200" name="Slide Number Placeholder 3"/>
          <p:cNvSpPr>
            <a:spLocks noGrp="1"/>
          </p:cNvSpPr>
          <p:nvPr>
            <p:ph type="sldNum" sz="quarter" idx="10"/>
          </p:nvPr>
        </p:nvSpPr>
        <p:spPr bwMode="auto"/>
        <p:txBody>
          <a:bodyPr/>
          <a:lstStyle/>
          <a:p>
            <a:pPr>
              <a:defRPr/>
            </a:pPr>
            <a:fld id="{F58978D3-BDB7-F179-80CF-E1975B010993}" type="slidenum">
              <a:rPr/>
              <a:t/>
            </a:fld>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5730712" name="Slide Image Placeholder 1"/>
          <p:cNvSpPr>
            <a:spLocks noChangeAspect="1" noGrp="1" noRot="1"/>
          </p:cNvSpPr>
          <p:nvPr>
            <p:ph type="sldImg"/>
          </p:nvPr>
        </p:nvSpPr>
        <p:spPr bwMode="auto"/>
      </p:sp>
      <p:sp>
        <p:nvSpPr>
          <p:cNvPr id="2057825939" name="Notes Placeholder 2"/>
          <p:cNvSpPr>
            <a:spLocks noGrp="1"/>
          </p:cNvSpPr>
          <p:nvPr>
            <p:ph type="body" idx="1"/>
          </p:nvPr>
        </p:nvSpPr>
        <p:spPr bwMode="auto"/>
        <p:txBody>
          <a:bodyPr/>
          <a:lstStyle/>
          <a:p>
            <a:pPr>
              <a:defRPr/>
            </a:pPr>
            <a:endParaRPr/>
          </a:p>
        </p:txBody>
      </p:sp>
      <p:sp>
        <p:nvSpPr>
          <p:cNvPr id="669737787" name="Slide Number Placeholder 3"/>
          <p:cNvSpPr>
            <a:spLocks noGrp="1"/>
          </p:cNvSpPr>
          <p:nvPr>
            <p:ph type="sldNum" sz="quarter" idx="10"/>
          </p:nvPr>
        </p:nvSpPr>
        <p:spPr bwMode="auto"/>
        <p:txBody>
          <a:bodyPr/>
          <a:lstStyle/>
          <a:p>
            <a:pPr>
              <a:defRPr/>
            </a:pPr>
            <a:fld id="{CA0A2529-B09E-B66A-868B-57AE0E5847D3}" type="slidenum">
              <a:rPr/>
              <a:t/>
            </a:fld>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4814234" name="Slide Image Placeholder 1"/>
          <p:cNvSpPr>
            <a:spLocks noChangeAspect="1" noGrp="1" noRot="1"/>
          </p:cNvSpPr>
          <p:nvPr>
            <p:ph type="sldImg"/>
          </p:nvPr>
        </p:nvSpPr>
        <p:spPr bwMode="auto"/>
      </p:sp>
      <p:sp>
        <p:nvSpPr>
          <p:cNvPr id="704867080" name="Notes Placeholder 2"/>
          <p:cNvSpPr>
            <a:spLocks noGrp="1"/>
          </p:cNvSpPr>
          <p:nvPr>
            <p:ph type="body" idx="1"/>
          </p:nvPr>
        </p:nvSpPr>
        <p:spPr bwMode="auto"/>
        <p:txBody>
          <a:bodyPr/>
          <a:lstStyle/>
          <a:p>
            <a:pPr>
              <a:defRPr/>
            </a:pPr>
            <a:endParaRPr/>
          </a:p>
        </p:txBody>
      </p:sp>
      <p:sp>
        <p:nvSpPr>
          <p:cNvPr id="1183395697" name="Slide Number Placeholder 3"/>
          <p:cNvSpPr>
            <a:spLocks noGrp="1"/>
          </p:cNvSpPr>
          <p:nvPr>
            <p:ph type="sldNum" sz="quarter" idx="10"/>
          </p:nvPr>
        </p:nvSpPr>
        <p:spPr bwMode="auto"/>
        <p:txBody>
          <a:bodyPr/>
          <a:lstStyle/>
          <a:p>
            <a:pPr>
              <a:defRPr/>
            </a:pPr>
            <a:fld id="{999E7ABF-EDC4-D18D-4794-CAC556FE6D05}" type="slidenum">
              <a:rPr/>
              <a:t/>
            </a:fld>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618633" name="Slide Image Placeholder 1"/>
          <p:cNvSpPr>
            <a:spLocks noChangeAspect="1" noGrp="1" noRot="1"/>
          </p:cNvSpPr>
          <p:nvPr>
            <p:ph type="sldImg"/>
          </p:nvPr>
        </p:nvSpPr>
        <p:spPr bwMode="auto"/>
      </p:sp>
      <p:sp>
        <p:nvSpPr>
          <p:cNvPr id="527040396" name="Notes Placeholder 2"/>
          <p:cNvSpPr>
            <a:spLocks noGrp="1"/>
          </p:cNvSpPr>
          <p:nvPr>
            <p:ph type="body" idx="1"/>
          </p:nvPr>
        </p:nvSpPr>
        <p:spPr bwMode="auto"/>
        <p:txBody>
          <a:bodyPr/>
          <a:lstStyle/>
          <a:p>
            <a:pPr>
              <a:defRPr/>
            </a:pPr>
            <a:endParaRPr/>
          </a:p>
        </p:txBody>
      </p:sp>
      <p:sp>
        <p:nvSpPr>
          <p:cNvPr id="462519363" name="Slide Number Placeholder 3"/>
          <p:cNvSpPr>
            <a:spLocks noGrp="1"/>
          </p:cNvSpPr>
          <p:nvPr>
            <p:ph type="sldNum" sz="quarter" idx="10"/>
          </p:nvPr>
        </p:nvSpPr>
        <p:spPr bwMode="auto"/>
        <p:txBody>
          <a:bodyPr/>
          <a:lstStyle/>
          <a:p>
            <a:pPr>
              <a:defRPr/>
            </a:pPr>
            <a:fld id="{81F0F1D4-4E19-E216-4EF3-C940038EA015}" type="slidenum">
              <a:rPr/>
              <a:t/>
            </a:fld>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8C5A8E6-9267-B0FB-1514-3C2EA8DCA63F}" type="slidenum">
              <a:rPr/>
              <a:t/>
            </a:fld>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1662DCE-AEE3-E4A8-6B3F-11879492A343}" type="slidenum">
              <a:rPr/>
              <a:t/>
            </a:fld>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4C25472-F74C-9F2A-8421-58C185DE5A46}"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20837482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70812703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170239108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4783371" name="Footer Placeholder 4"/>
          <p:cNvSpPr>
            <a:spLocks noGrp="1"/>
          </p:cNvSpPr>
          <p:nvPr>
            <p:ph type="ftr" sz="quarter" idx="11"/>
          </p:nvPr>
        </p:nvSpPr>
        <p:spPr bwMode="auto"/>
        <p:txBody>
          <a:bodyPr/>
          <a:lstStyle/>
          <a:p>
            <a:pPr>
              <a:defRPr/>
            </a:pPr>
            <a:endParaRPr lang="en-US"/>
          </a:p>
        </p:txBody>
      </p:sp>
      <p:sp>
        <p:nvSpPr>
          <p:cNvPr id="76965081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9219283" name="Title 1"/>
          <p:cNvSpPr>
            <a:spLocks noGrp="1"/>
          </p:cNvSpPr>
          <p:nvPr>
            <p:ph type="title"/>
          </p:nvPr>
        </p:nvSpPr>
        <p:spPr bwMode="auto"/>
        <p:txBody>
          <a:bodyPr/>
          <a:lstStyle/>
          <a:p>
            <a:pPr>
              <a:defRPr/>
            </a:pPr>
            <a:r>
              <a:rPr lang="en-US"/>
              <a:t>Click to edit Master title style</a:t>
            </a:r>
            <a:endParaRPr lang="en-US"/>
          </a:p>
        </p:txBody>
      </p:sp>
      <p:sp>
        <p:nvSpPr>
          <p:cNvPr id="105219501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00622963"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61727620" name="Footer Placeholder 4"/>
          <p:cNvSpPr>
            <a:spLocks noGrp="1"/>
          </p:cNvSpPr>
          <p:nvPr>
            <p:ph type="ftr" sz="quarter" idx="11"/>
          </p:nvPr>
        </p:nvSpPr>
        <p:spPr bwMode="auto"/>
        <p:txBody>
          <a:bodyPr/>
          <a:lstStyle/>
          <a:p>
            <a:pPr>
              <a:defRPr/>
            </a:pPr>
            <a:endParaRPr lang="en-US"/>
          </a:p>
        </p:txBody>
      </p:sp>
      <p:sp>
        <p:nvSpPr>
          <p:cNvPr id="800697220"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06457733"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05607921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29731568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07906611" name="Footer Placeholder 4"/>
          <p:cNvSpPr>
            <a:spLocks noGrp="1"/>
          </p:cNvSpPr>
          <p:nvPr>
            <p:ph type="ftr" sz="quarter" idx="11"/>
          </p:nvPr>
        </p:nvSpPr>
        <p:spPr bwMode="auto"/>
        <p:txBody>
          <a:bodyPr/>
          <a:lstStyle/>
          <a:p>
            <a:pPr>
              <a:defRPr/>
            </a:pPr>
            <a:endParaRPr lang="en-US"/>
          </a:p>
        </p:txBody>
      </p:sp>
      <p:sp>
        <p:nvSpPr>
          <p:cNvPr id="21519882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919525195" name="Title 1"/>
          <p:cNvSpPr>
            <a:spLocks noGrp="1"/>
          </p:cNvSpPr>
          <p:nvPr>
            <p:ph type="title"/>
          </p:nvPr>
        </p:nvSpPr>
        <p:spPr bwMode="auto"/>
        <p:txBody>
          <a:bodyPr/>
          <a:lstStyle/>
          <a:p>
            <a:pPr>
              <a:defRPr/>
            </a:pPr>
            <a:r>
              <a:rPr lang="en-US"/>
              <a:t>Click to edit Master title style</a:t>
            </a:r>
            <a:endParaRPr lang="en-US"/>
          </a:p>
        </p:txBody>
      </p:sp>
      <p:sp>
        <p:nvSpPr>
          <p:cNvPr id="1379638609"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89634458"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26561870"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194916949" name="Footer Placeholder 5"/>
          <p:cNvSpPr>
            <a:spLocks noGrp="1"/>
          </p:cNvSpPr>
          <p:nvPr>
            <p:ph type="ftr" sz="quarter" idx="11"/>
          </p:nvPr>
        </p:nvSpPr>
        <p:spPr bwMode="auto"/>
        <p:txBody>
          <a:bodyPr/>
          <a:lstStyle/>
          <a:p>
            <a:pPr>
              <a:defRPr/>
            </a:pPr>
            <a:endParaRPr lang="en-US"/>
          </a:p>
        </p:txBody>
      </p:sp>
      <p:sp>
        <p:nvSpPr>
          <p:cNvPr id="100331402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51760139"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09565939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7172551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33180816"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76483418"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7774682"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921069111" name="Footer Placeholder 7"/>
          <p:cNvSpPr>
            <a:spLocks noGrp="1"/>
          </p:cNvSpPr>
          <p:nvPr>
            <p:ph type="ftr" sz="quarter" idx="11"/>
          </p:nvPr>
        </p:nvSpPr>
        <p:spPr bwMode="auto"/>
        <p:txBody>
          <a:bodyPr/>
          <a:lstStyle/>
          <a:p>
            <a:pPr>
              <a:defRPr/>
            </a:pPr>
            <a:endParaRPr lang="en-US"/>
          </a:p>
        </p:txBody>
      </p:sp>
      <p:sp>
        <p:nvSpPr>
          <p:cNvPr id="630802191"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7843739" name="Title 1"/>
          <p:cNvSpPr>
            <a:spLocks noGrp="1"/>
          </p:cNvSpPr>
          <p:nvPr>
            <p:ph type="title"/>
          </p:nvPr>
        </p:nvSpPr>
        <p:spPr bwMode="auto"/>
        <p:txBody>
          <a:bodyPr/>
          <a:lstStyle/>
          <a:p>
            <a:pPr>
              <a:defRPr/>
            </a:pPr>
            <a:r>
              <a:rPr lang="en-US"/>
              <a:t>Click to edit Master title style</a:t>
            </a:r>
            <a:endParaRPr lang="en-US"/>
          </a:p>
        </p:txBody>
      </p:sp>
      <p:sp>
        <p:nvSpPr>
          <p:cNvPr id="256284108"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766155294" name="Footer Placeholder 3"/>
          <p:cNvSpPr>
            <a:spLocks noGrp="1"/>
          </p:cNvSpPr>
          <p:nvPr>
            <p:ph type="ftr" sz="quarter" idx="11"/>
          </p:nvPr>
        </p:nvSpPr>
        <p:spPr bwMode="auto"/>
        <p:txBody>
          <a:bodyPr/>
          <a:lstStyle/>
          <a:p>
            <a:pPr>
              <a:defRPr/>
            </a:pPr>
            <a:endParaRPr lang="en-US"/>
          </a:p>
        </p:txBody>
      </p:sp>
      <p:sp>
        <p:nvSpPr>
          <p:cNvPr id="272576083"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702366680"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37526975" name="Footer Placeholder 2"/>
          <p:cNvSpPr>
            <a:spLocks noGrp="1"/>
          </p:cNvSpPr>
          <p:nvPr>
            <p:ph type="ftr" sz="quarter" idx="11"/>
          </p:nvPr>
        </p:nvSpPr>
        <p:spPr bwMode="auto"/>
        <p:txBody>
          <a:bodyPr/>
          <a:lstStyle/>
          <a:p>
            <a:pPr>
              <a:defRPr/>
            </a:pPr>
            <a:endParaRPr lang="en-US"/>
          </a:p>
        </p:txBody>
      </p:sp>
      <p:sp>
        <p:nvSpPr>
          <p:cNvPr id="1583128995"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95716905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78355026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2062476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82122114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58400180" name="Footer Placeholder 5"/>
          <p:cNvSpPr>
            <a:spLocks noGrp="1"/>
          </p:cNvSpPr>
          <p:nvPr>
            <p:ph type="ftr" sz="quarter" idx="11"/>
          </p:nvPr>
        </p:nvSpPr>
        <p:spPr bwMode="auto"/>
        <p:txBody>
          <a:bodyPr/>
          <a:lstStyle/>
          <a:p>
            <a:pPr>
              <a:defRPr/>
            </a:pPr>
            <a:endParaRPr lang="en-US"/>
          </a:p>
        </p:txBody>
      </p:sp>
      <p:sp>
        <p:nvSpPr>
          <p:cNvPr id="124401161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279580976"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322943807"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516396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375402519"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681138428" name="Footer Placeholder 5"/>
          <p:cNvSpPr>
            <a:spLocks noGrp="1"/>
          </p:cNvSpPr>
          <p:nvPr>
            <p:ph type="ftr" sz="quarter" idx="11"/>
          </p:nvPr>
        </p:nvSpPr>
        <p:spPr bwMode="auto"/>
        <p:txBody>
          <a:bodyPr/>
          <a:lstStyle/>
          <a:p>
            <a:pPr>
              <a:defRPr/>
            </a:pPr>
            <a:endParaRPr lang="en-US"/>
          </a:p>
        </p:txBody>
      </p:sp>
      <p:sp>
        <p:nvSpPr>
          <p:cNvPr id="70746294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025784552" name="Title 1"/>
          <p:cNvSpPr>
            <a:spLocks noGrp="1"/>
          </p:cNvSpPr>
          <p:nvPr>
            <p:ph type="title"/>
          </p:nvPr>
        </p:nvSpPr>
        <p:spPr bwMode="auto"/>
        <p:txBody>
          <a:bodyPr/>
          <a:lstStyle/>
          <a:p>
            <a:pPr>
              <a:defRPr/>
            </a:pPr>
            <a:r>
              <a:rPr lang="en-US"/>
              <a:t>Click to edit Master title style</a:t>
            </a:r>
            <a:endParaRPr lang="en-US"/>
          </a:p>
        </p:txBody>
      </p:sp>
      <p:sp>
        <p:nvSpPr>
          <p:cNvPr id="48102307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8320124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31776302" name="Footer Placeholder 4"/>
          <p:cNvSpPr>
            <a:spLocks noGrp="1"/>
          </p:cNvSpPr>
          <p:nvPr>
            <p:ph type="ftr" sz="quarter" idx="11"/>
          </p:nvPr>
        </p:nvSpPr>
        <p:spPr bwMode="auto"/>
        <p:txBody>
          <a:bodyPr/>
          <a:lstStyle/>
          <a:p>
            <a:pPr>
              <a:defRPr/>
            </a:pPr>
            <a:endParaRPr lang="en-US"/>
          </a:p>
        </p:txBody>
      </p:sp>
      <p:sp>
        <p:nvSpPr>
          <p:cNvPr id="38429033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2555003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40525013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8986464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36384322" name="Footer Placeholder 4"/>
          <p:cNvSpPr>
            <a:spLocks noGrp="1"/>
          </p:cNvSpPr>
          <p:nvPr>
            <p:ph type="ftr" sz="quarter" idx="11"/>
          </p:nvPr>
        </p:nvSpPr>
        <p:spPr bwMode="auto"/>
        <p:txBody>
          <a:bodyPr/>
          <a:lstStyle/>
          <a:p>
            <a:pPr>
              <a:defRPr/>
            </a:pPr>
            <a:endParaRPr lang="en-US"/>
          </a:p>
        </p:txBody>
      </p:sp>
      <p:sp>
        <p:nvSpPr>
          <p:cNvPr id="20805884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4491983"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413255784"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2954713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630396714"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75568161"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1.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8.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9.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1.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2.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3.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4.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6.png"/><Relationship Id="rId4" Type="http://schemas.openxmlformats.org/officeDocument/2006/relationships/image" Target="../media/image37.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9.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1.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2.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4.png"/><Relationship Id="rId4" Type="http://schemas.openxmlformats.org/officeDocument/2006/relationships/image" Target="../media/image45.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6.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47.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48.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9.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0.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1.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2.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3.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4.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5.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6.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7.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9.png"/><Relationship Id="rId4" Type="http://schemas.openxmlformats.org/officeDocument/2006/relationships/image" Target="../media/image60.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61.png"/><Relationship Id="rId4" Type="http://schemas.openxmlformats.org/officeDocument/2006/relationships/image" Target="../media/image62.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63.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64.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65.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66.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67.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68.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69.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70.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1.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72.pn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 Id="rId3" Type="http://schemas.openxmlformats.org/officeDocument/2006/relationships/image" Target="../media/image73.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74.png"/><Relationship Id="rId4" Type="http://schemas.openxmlformats.org/officeDocument/2006/relationships/image" Target="../media/image75.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76.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77.png"/><Relationship Id="rId4" Type="http://schemas.openxmlformats.org/officeDocument/2006/relationships/image" Target="../media/image78.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 Id="rId3" Type="http://schemas.openxmlformats.org/officeDocument/2006/relationships/image" Target="../media/image79.png"/><Relationship Id="rId4" Type="http://schemas.openxmlformats.org/officeDocument/2006/relationships/image" Target="../media/image80.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81.png"/><Relationship Id="rId4" Type="http://schemas.openxmlformats.org/officeDocument/2006/relationships/image" Target="../media/image82.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83.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84.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85.png"/><Relationship Id="rId4" Type="http://schemas.openxmlformats.org/officeDocument/2006/relationships/hyperlink" Target="P:/capital_agent.py" TargetMode="External"/><Relationship Id="rId5" Type="http://schemas.openxmlformats.org/officeDocument/2006/relationships/hyperlink" Target="/home/ilg/pCloudDrive/A2A_MCP/code_executor.py" TargetMode="Externa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86.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87.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 Id="rId3" Type="http://schemas.openxmlformats.org/officeDocument/2006/relationships/image" Target="../media/image88.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 Id="rId3" Type="http://schemas.openxmlformats.org/officeDocument/2006/relationships/image" Target="../media/image89.png"/><Relationship Id="rId4" Type="http://schemas.openxmlformats.org/officeDocument/2006/relationships/image" Target="../media/image90.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91.png"/><Relationship Id="rId4" Type="http://schemas.openxmlformats.org/officeDocument/2006/relationships/hyperlink" Target="/home/ilg/pCloudDrive/A2A_MCP/#Subagent.py" TargetMode="Externa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92.pn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 Id="rId3" Type="http://schemas.openxmlformats.org/officeDocument/2006/relationships/image" Target="../media/image93.png"/><Relationship Id="rId4" Type="http://schemas.openxmlformats.org/officeDocument/2006/relationships/image" Target="../media/image94.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 Id="rId3" Type="http://schemas.openxmlformats.org/officeDocument/2006/relationships/image" Target="../media/image95.png"/><Relationship Id="rId4" Type="http://schemas.openxmlformats.org/officeDocument/2006/relationships/hyperlink" Target="/home/ilg/pCloudDrive/A2A_MCP/loopAgent.py" TargetMode="Externa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 Id="rId3" Type="http://schemas.openxmlformats.org/officeDocument/2006/relationships/image" Target="../media/image96.pn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 Id="rId3" Type="http://schemas.openxmlformats.org/officeDocument/2006/relationships/image" Target="../media/image97.pn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 Id="rId3" Type="http://schemas.openxmlformats.org/officeDocument/2006/relationships/image" Target="../media/image98.png"/><Relationship Id="rId4" Type="http://schemas.openxmlformats.org/officeDocument/2006/relationships/image" Target="../media/image99.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 Id="rId3" Type="http://schemas.openxmlformats.org/officeDocument/2006/relationships/image" Target="../media/image100.png"/><Relationship Id="rId4" Type="http://schemas.openxmlformats.org/officeDocument/2006/relationships/hyperlink" Target="/home/ilg/pCloudDrive/A2A_MCP/parallel.py" TargetMode="Externa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 Id="rId3" Type="http://schemas.openxmlformats.org/officeDocument/2006/relationships/image" Target="../media/image101.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 Id="rId3" Type="http://schemas.openxmlformats.org/officeDocument/2006/relationships/image" Target="../media/image102.png"/></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 Id="rId3" Type="http://schemas.openxmlformats.org/officeDocument/2006/relationships/image" Target="../media/image103.pn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 Id="rId3" Type="http://schemas.openxmlformats.org/officeDocument/2006/relationships/image" Target="../media/image104.png"/><Relationship Id="rId4" Type="http://schemas.openxmlformats.org/officeDocument/2006/relationships/image" Target="../media/image105.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 Id="rId3" Type="http://schemas.openxmlformats.org/officeDocument/2006/relationships/image" Target="../media/image106.pn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hyperlink" Target="/home/ilg/pCloudDrive/A2A_MCP/part_1_storyflow.py" TargetMode="Externa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hyperlink" Target="/home/ilg/pCloudDrive/A2A_MCP/#part2_storyflow.py" TargetMode="Externa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 Id="rId3" Type="http://schemas.openxmlformats.org/officeDocument/2006/relationships/hyperlink" Target="/home/ilg/pCloudDrive/A2A_MCP/#part3_storyflow.py" TargetMode="Externa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 Id="rId3" Type="http://schemas.openxmlformats.org/officeDocument/2006/relationships/hyperlink" Target="/home/ilg/pCloudDrive/A2A_MCP/#part4_storyflow.py" TargetMode="External"/><Relationship Id="rId4" Type="http://schemas.openxmlformats.org/officeDocument/2006/relationships/hyperlink" Target="/home/ilg/pCloudDrive/A2A_MCP/#full_storyflowAgent.py" TargetMode="Externa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 Id="rId3" Type="http://schemas.openxmlformats.org/officeDocument/2006/relationships/image" Target="../media/image107.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108.png"/><Relationship Id="rId4" Type="http://schemas.openxmlformats.org/officeDocument/2006/relationships/image" Target="../media/image109.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 Id="rId3" Type="http://schemas.openxmlformats.org/officeDocument/2006/relationships/image" Target="../media/image110.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 Id="rId3" Type="http://schemas.openxmlformats.org/officeDocument/2006/relationships/image" Target="../media/image111.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 Id="rId3" Type="http://schemas.openxmlformats.org/officeDocument/2006/relationships/image" Target="../media/image112.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 Id="rId3" Type="http://schemas.openxmlformats.org/officeDocument/2006/relationships/image" Target="../media/image119.png"/><Relationship Id="rId4" Type="http://schemas.openxmlformats.org/officeDocument/2006/relationships/hyperlink" Target="/home/ilg/pCloudDrive/A2A_MCP/AgentTool.py" TargetMode="Externa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 Id="rId3" Type="http://schemas.openxmlformats.org/officeDocument/2006/relationships/image" Target="../media/image120.pn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 Id="rId3" Type="http://schemas.openxmlformats.org/officeDocument/2006/relationships/image" Target="../media/image121.png"/></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 Id="rId3" Type="http://schemas.openxmlformats.org/officeDocument/2006/relationships/image" Target="../media/image122.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 Id="rId3" Type="http://schemas.openxmlformats.org/officeDocument/2006/relationships/image" Target="../media/image123.png"/></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 Id="rId3" Type="http://schemas.openxmlformats.org/officeDocument/2006/relationships/image" Target="../media/image124.pn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125.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 Id="rId3" Type="http://schemas.openxmlformats.org/officeDocument/2006/relationships/image" Target="../media/image126.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 Id="rId3" Type="http://schemas.openxmlformats.org/officeDocument/2006/relationships/image" Target="../media/image127.png"/><Relationship Id="rId4" Type="http://schemas.openxmlformats.org/officeDocument/2006/relationships/image" Target="../media/image128.png"/><Relationship Id="rId5" Type="http://schemas.openxmlformats.org/officeDocument/2006/relationships/image" Target="../media/image129.png"/></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 Id="rId3" Type="http://schemas.openxmlformats.org/officeDocument/2006/relationships/image" Target="../media/image133.png"/><Relationship Id="rId4" Type="http://schemas.openxmlformats.org/officeDocument/2006/relationships/image" Target="../media/image134.png"/></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png"/></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 Id="rId3" Type="http://schemas.openxmlformats.org/officeDocument/2006/relationships/image" Target="../media/image138.png"/><Relationship Id="rId4" Type="http://schemas.openxmlformats.org/officeDocument/2006/relationships/image" Target="../media/image139.png"/></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 Id="rId3" Type="http://schemas.openxmlformats.org/officeDocument/2006/relationships/image" Target="../media/image140.png"/></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 Id="rId3" Type="http://schemas.openxmlformats.org/officeDocument/2006/relationships/image" Target="../media/image141.png"/></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 Id="rId3" Type="http://schemas.openxmlformats.org/officeDocument/2006/relationships/image" Target="../media/image142.png"/></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 Id="rId3" Type="http://schemas.openxmlformats.org/officeDocument/2006/relationships/image" Target="../media/image143.png"/></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 Id="rId3" Type="http://schemas.openxmlformats.org/officeDocument/2006/relationships/image" Target="../media/image144.png"/></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 Id="rId3" Type="http://schemas.openxmlformats.org/officeDocument/2006/relationships/image" Target="../media/image145.png"/></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 Id="rId3" Type="http://schemas.openxmlformats.org/officeDocument/2006/relationships/image" Target="../media/image146.png"/><Relationship Id="rId4" Type="http://schemas.openxmlformats.org/officeDocument/2006/relationships/image" Target="../media/image147.png"/></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 Id="rId3" Type="http://schemas.openxmlformats.org/officeDocument/2006/relationships/image" Target="../media/image148.png"/><Relationship Id="rId4" Type="http://schemas.openxmlformats.org/officeDocument/2006/relationships/image" Target="../media/image149.png"/></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 Id="rId3" Type="http://schemas.openxmlformats.org/officeDocument/2006/relationships/image" Target="../media/image150.png"/></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 Id="rId3" Type="http://schemas.openxmlformats.org/officeDocument/2006/relationships/image" Target="../media/image151.png"/><Relationship Id="rId4" Type="http://schemas.openxmlformats.org/officeDocument/2006/relationships/image" Target="../media/image152.png"/></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 Id="rId3" Type="http://schemas.openxmlformats.org/officeDocument/2006/relationships/image" Target="../media/image153.png"/></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 Id="rId3" Type="http://schemas.openxmlformats.org/officeDocument/2006/relationships/image" Target="../media/image154.png"/><Relationship Id="rId4" Type="http://schemas.openxmlformats.org/officeDocument/2006/relationships/image" Target="../media/image155.png"/></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 Id="rId3" Type="http://schemas.openxmlformats.org/officeDocument/2006/relationships/image" Target="../media/image156.png"/></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 Id="rId3" Type="http://schemas.openxmlformats.org/officeDocument/2006/relationships/image" Target="../media/image157.png"/></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 Id="rId3" Type="http://schemas.openxmlformats.org/officeDocument/2006/relationships/image" Target="../media/image158.png"/></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 Id="rId3" Type="http://schemas.openxmlformats.org/officeDocument/2006/relationships/image" Target="../media/image159.png"/><Relationship Id="rId4" Type="http://schemas.openxmlformats.org/officeDocument/2006/relationships/hyperlink" Target="/home/ilg/pCloudDrive/A2A_MCP/#tools.py" TargetMode="Externa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 Id="rId3" Type="http://schemas.openxmlformats.org/officeDocument/2006/relationships/image" Target="../media/image160.png"/><Relationship Id="rId4" Type="http://schemas.openxmlformats.org/officeDocument/2006/relationships/image" Target="../media/image161.png"/></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 Id="rId3" Type="http://schemas.openxmlformats.org/officeDocument/2006/relationships/image" Target="../media/image162.png"/><Relationship Id="rId4" Type="http://schemas.openxmlformats.org/officeDocument/2006/relationships/image" Target="../media/image163.png"/></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 Id="rId3" Type="http://schemas.openxmlformats.org/officeDocument/2006/relationships/image" Target="../media/image164.png"/><Relationship Id="rId4" Type="http://schemas.openxmlformats.org/officeDocument/2006/relationships/image" Target="../media/image165.png"/><Relationship Id="rId5" Type="http://schemas.openxmlformats.org/officeDocument/2006/relationships/image" Target="../media/image166.png"/></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 Id="rId3" Type="http://schemas.openxmlformats.org/officeDocument/2006/relationships/image" Target="../media/image167.png"/><Relationship Id="rId4" Type="http://schemas.openxmlformats.org/officeDocument/2006/relationships/image" Target="../media/image168.png"/></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 Id="rId3" Type="http://schemas.openxmlformats.org/officeDocument/2006/relationships/image" Target="../media/image169.png"/><Relationship Id="rId4" Type="http://schemas.openxmlformats.org/officeDocument/2006/relationships/image" Target="../media/image170.png"/></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 Id="rId3" Type="http://schemas.openxmlformats.org/officeDocument/2006/relationships/image" Target="../media/image171.png"/></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 Id="rId3" Type="http://schemas.openxmlformats.org/officeDocument/2006/relationships/image" Target="../media/image172.png"/></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 Id="rId3" Type="http://schemas.openxmlformats.org/officeDocument/2006/relationships/image" Target="../media/image173.png"/><Relationship Id="rId4" Type="http://schemas.openxmlformats.org/officeDocument/2006/relationships/image" Target="../media/image174.png"/></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 Id="rId3" Type="http://schemas.openxmlformats.org/officeDocument/2006/relationships/image" Target="../media/image175.png"/><Relationship Id="rId4" Type="http://schemas.openxmlformats.org/officeDocument/2006/relationships/image" Target="../media/image176.png"/></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 Id="rId3" Type="http://schemas.openxmlformats.org/officeDocument/2006/relationships/image" Target="../media/image17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1951488" name=""/>
          <p:cNvPicPr>
            <a:picLocks noChangeAspect="1"/>
          </p:cNvPicPr>
          <p:nvPr/>
        </p:nvPicPr>
        <p:blipFill>
          <a:blip r:embed="rId3"/>
          <a:stretch/>
        </p:blipFill>
        <p:spPr bwMode="auto">
          <a:xfrm flipH="0" flipV="0">
            <a:off x="431061" y="1609077"/>
            <a:ext cx="10568654" cy="3144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6055564" name=""/>
          <p:cNvSpPr/>
          <p:nvPr/>
        </p:nvSpPr>
        <p:spPr bwMode="auto">
          <a:xfrm>
            <a:off x="2113513" y="1525405"/>
            <a:ext cx="7692226" cy="23473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0" i="1" u="none">
                <a:solidFill>
                  <a:srgbClr val="000000"/>
                </a:solidFill>
                <a:latin typeface="Bahnschrift"/>
                <a:ea typeface="Bahnschrift"/>
                <a:cs typeface="Bahnschrift"/>
              </a:rPr>
              <a:t> </a:t>
            </a:r>
            <a:r>
              <a:rPr sz="2000" b="1" i="1" u="none">
                <a:solidFill>
                  <a:srgbClr val="000000"/>
                </a:solidFill>
                <a:latin typeface="Bahnschrift"/>
                <a:ea typeface="Bahnschrift"/>
                <a:cs typeface="Bahnschrift"/>
              </a:rPr>
              <a:t>Agent2Agent (A2A) Protocol</a:t>
            </a:r>
            <a:r>
              <a:rPr sz="2000" b="0" i="1" u="none">
                <a:solidFill>
                  <a:srgbClr val="000000"/>
                </a:solidFill>
                <a:latin typeface="Bahnschrift"/>
                <a:ea typeface="Bahnschrift"/>
                <a:cs typeface="Bahnschrift"/>
              </a:rPr>
              <a:t> </a:t>
            </a:r>
            <a:r>
              <a:rPr sz="2000" b="0" i="1" u="none">
                <a:solidFill>
                  <a:srgbClr val="000000"/>
                </a:solidFill>
                <a:latin typeface="Bahnschrift"/>
                <a:ea typeface="Bahnschrift"/>
                <a:cs typeface="Bahnschrift"/>
              </a:rPr>
              <a:t>is an open standard designed to enable seamless communication and </a:t>
            </a:r>
            <a:r>
              <a:rPr sz="2800" b="0" i="1" u="none">
                <a:solidFill>
                  <a:srgbClr val="000000"/>
                </a:solidFill>
                <a:latin typeface="Bahnschrift"/>
                <a:ea typeface="Bahnschrift"/>
                <a:cs typeface="Bahnschrift"/>
              </a:rPr>
              <a:t>collaboration </a:t>
            </a:r>
            <a:r>
              <a:rPr sz="2000" b="0" i="1" u="none">
                <a:solidFill>
                  <a:srgbClr val="000000"/>
                </a:solidFill>
                <a:latin typeface="Bahnschrift"/>
                <a:ea typeface="Bahnschrift"/>
                <a:cs typeface="Bahnschrift"/>
              </a:rPr>
              <a:t>between AI agents.</a:t>
            </a:r>
            <a:endParaRPr sz="2000" b="0" i="1" u="none">
              <a:solidFill>
                <a:srgbClr val="000000"/>
              </a:solidFill>
              <a:latin typeface="Bahnschrift"/>
              <a:cs typeface="Bahnschrift"/>
            </a:endParaRPr>
          </a:p>
          <a:p>
            <a:pPr>
              <a:defRPr/>
            </a:pPr>
            <a:br>
              <a:rPr sz="2000" b="0" i="1" u="none">
                <a:solidFill>
                  <a:srgbClr val="000000"/>
                </a:solidFill>
                <a:latin typeface="Bahnschrift"/>
                <a:ea typeface="Bahnschrift"/>
                <a:cs typeface="Bahnschrift"/>
              </a:rPr>
            </a:br>
            <a:r>
              <a:rPr sz="2000" b="0" i="1" u="none">
                <a:solidFill>
                  <a:srgbClr val="000000"/>
                </a:solidFill>
                <a:latin typeface="Bahnschrift"/>
                <a:ea typeface="Bahnschrift"/>
                <a:cs typeface="Bahnschrift"/>
              </a:rPr>
              <a:t>In a world where agents are built using diverse frameworks and by different vendors, A2A provides a common language, breaking down silos and fostering interoperability.</a:t>
            </a:r>
            <a:endParaRPr sz="2600">
              <a:latin typeface="Bahnschrift"/>
              <a:cs typeface="Bahnschrift"/>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2039695" name=""/>
          <p:cNvSpPr/>
          <p:nvPr/>
        </p:nvSpPr>
        <p:spPr bwMode="auto">
          <a:xfrm>
            <a:off x="4786505" y="477981"/>
            <a:ext cx="2065887" cy="100620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a:p>
            <a:pPr>
              <a:defRPr/>
            </a:pPr>
            <a:r>
              <a:rPr sz="2400" b="0" i="0" u="none" spc="-23">
                <a:solidFill>
                  <a:srgbClr val="000000"/>
                </a:solidFill>
                <a:latin typeface="Arial"/>
                <a:ea typeface="Arial"/>
                <a:cs typeface="Arial"/>
              </a:rPr>
              <a:t>What is A2A?</a:t>
            </a:r>
            <a:br>
              <a:rPr sz="2400" b="0" i="0" u="none" spc="-23">
                <a:solidFill>
                  <a:srgbClr val="000000"/>
                </a:solidFill>
                <a:latin typeface="Arial"/>
                <a:ea typeface="Arial"/>
                <a:cs typeface="Arial"/>
              </a:rPr>
            </a:br>
            <a:endParaRPr/>
          </a:p>
        </p:txBody>
      </p:sp>
      <p:sp>
        <p:nvSpPr>
          <p:cNvPr id="1935686864" name=""/>
          <p:cNvSpPr/>
          <p:nvPr/>
        </p:nvSpPr>
        <p:spPr bwMode="auto">
          <a:xfrm>
            <a:off x="1974698" y="1729047"/>
            <a:ext cx="7984630" cy="11585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300" b="0" i="0" u="none">
                <a:solidFill>
                  <a:srgbClr val="000000"/>
                </a:solidFill>
                <a:latin typeface="Arial"/>
                <a:ea typeface="Arial"/>
                <a:cs typeface="Arial"/>
              </a:rPr>
              <a:t>Agent2Agent (A2A) Protocol is an open standard designed to solve a fundamental challenge in the rapidly evolving landscape of artificial intelligence:</a:t>
            </a:r>
            <a:r>
              <a:rPr sz="1300" b="0" i="0" u="none">
                <a:solidFill>
                  <a:srgbClr val="000000"/>
                </a:solidFill>
                <a:latin typeface="Arial"/>
                <a:ea typeface="Arial"/>
                <a:cs typeface="Arial"/>
              </a:rPr>
              <a:t> </a:t>
            </a:r>
            <a:endParaRPr sz="1300" b="0" i="0" u="none">
              <a:solidFill>
                <a:srgbClr val="000000"/>
              </a:solidFill>
              <a:latin typeface="Arial"/>
              <a:ea typeface="Arial"/>
              <a:cs typeface="Arial"/>
            </a:endParaRPr>
          </a:p>
          <a:p>
            <a:pPr>
              <a:defRPr/>
            </a:pPr>
            <a:endParaRPr/>
          </a:p>
          <a:p>
            <a:pPr>
              <a:defRPr/>
            </a:pPr>
            <a:r>
              <a:rPr sz="1300" b="1" i="0" u="none">
                <a:solidFill>
                  <a:srgbClr val="000000"/>
                </a:solidFill>
                <a:latin typeface="Arial"/>
                <a:ea typeface="Arial"/>
                <a:cs typeface="Arial"/>
              </a:rPr>
              <a:t>How do AI agents, built by different teams, using different technologies, and owned by different organizations, communicate and collaborate effectively?</a:t>
            </a:r>
            <a:endParaRPr sz="1300" b="1"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485264" name=""/>
          <p:cNvSpPr/>
          <p:nvPr/>
        </p:nvSpPr>
        <p:spPr bwMode="auto">
          <a:xfrm>
            <a:off x="1948842" y="871104"/>
            <a:ext cx="8003864" cy="366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p:txBody>
      </p:sp>
      <p:pic>
        <p:nvPicPr>
          <p:cNvPr id="758438767" name=""/>
          <p:cNvPicPr>
            <a:picLocks noChangeAspect="1"/>
          </p:cNvPicPr>
          <p:nvPr/>
        </p:nvPicPr>
        <p:blipFill>
          <a:blip r:embed="rId3"/>
          <a:stretch/>
        </p:blipFill>
        <p:spPr bwMode="auto">
          <a:xfrm flipH="0" flipV="0">
            <a:off x="1117980" y="916837"/>
            <a:ext cx="8078860" cy="44939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4961659" name=""/>
          <p:cNvSpPr/>
          <p:nvPr/>
        </p:nvSpPr>
        <p:spPr bwMode="auto">
          <a:xfrm>
            <a:off x="5072156" y="499802"/>
            <a:ext cx="1649727"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900" b="0" i="0" u="none" spc="-18">
                <a:solidFill>
                  <a:srgbClr val="000000"/>
                </a:solidFill>
                <a:latin typeface="Arial"/>
                <a:ea typeface="Arial"/>
                <a:cs typeface="Arial"/>
              </a:rPr>
              <a:t> </a:t>
            </a:r>
            <a:r>
              <a:rPr sz="1850" b="0" i="0" u="none" spc="-18">
                <a:solidFill>
                  <a:srgbClr val="000000"/>
                </a:solidFill>
                <a:latin typeface="Arial"/>
                <a:ea typeface="Arial"/>
                <a:cs typeface="Arial"/>
              </a:rPr>
              <a:t>A2A Solution</a:t>
            </a:r>
            <a:endParaRPr/>
          </a:p>
        </p:txBody>
      </p:sp>
      <p:pic>
        <p:nvPicPr>
          <p:cNvPr id="1766086447" name=""/>
          <p:cNvPicPr>
            <a:picLocks noChangeAspect="1"/>
          </p:cNvPicPr>
          <p:nvPr/>
        </p:nvPicPr>
        <p:blipFill>
          <a:blip r:embed="rId3"/>
          <a:stretch/>
        </p:blipFill>
        <p:spPr bwMode="auto">
          <a:xfrm>
            <a:off x="1428748" y="1229590"/>
            <a:ext cx="9029700" cy="31813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9416842" name=""/>
          <p:cNvPicPr>
            <a:picLocks noChangeAspect="1"/>
          </p:cNvPicPr>
          <p:nvPr/>
        </p:nvPicPr>
        <p:blipFill>
          <a:blip r:embed="rId3"/>
          <a:stretch/>
        </p:blipFill>
        <p:spPr bwMode="auto">
          <a:xfrm flipH="0" flipV="0">
            <a:off x="1669310" y="1228725"/>
            <a:ext cx="8853379" cy="30003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6150458" name=""/>
          <p:cNvPicPr>
            <a:picLocks noChangeAspect="1"/>
          </p:cNvPicPr>
          <p:nvPr/>
        </p:nvPicPr>
        <p:blipFill>
          <a:blip r:embed="rId3"/>
          <a:stretch/>
        </p:blipFill>
        <p:spPr bwMode="auto">
          <a:xfrm flipH="0" flipV="0">
            <a:off x="1543050" y="1133474"/>
            <a:ext cx="9006009" cy="2809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7337512" name=""/>
          <p:cNvPicPr>
            <a:picLocks noChangeAspect="1"/>
          </p:cNvPicPr>
          <p:nvPr/>
        </p:nvPicPr>
        <p:blipFill>
          <a:blip r:embed="rId3"/>
          <a:stretch/>
        </p:blipFill>
        <p:spPr bwMode="auto">
          <a:xfrm flipH="0" flipV="0">
            <a:off x="96224" y="110519"/>
            <a:ext cx="12020549" cy="67658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2460812" name=""/>
          <p:cNvSpPr/>
          <p:nvPr/>
        </p:nvSpPr>
        <p:spPr bwMode="auto">
          <a:xfrm>
            <a:off x="4309736" y="521969"/>
            <a:ext cx="3077585"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Key Concepts in A2A</a:t>
            </a:r>
            <a:endParaRPr/>
          </a:p>
        </p:txBody>
      </p:sp>
      <p:pic>
        <p:nvPicPr>
          <p:cNvPr id="1115320524" name=""/>
          <p:cNvPicPr>
            <a:picLocks noChangeAspect="1"/>
          </p:cNvPicPr>
          <p:nvPr/>
        </p:nvPicPr>
        <p:blipFill>
          <a:blip r:embed="rId3"/>
          <a:stretch/>
        </p:blipFill>
        <p:spPr bwMode="auto">
          <a:xfrm flipH="0" flipV="0">
            <a:off x="3138161" y="1038224"/>
            <a:ext cx="5629927" cy="2628900"/>
          </a:xfrm>
          <a:prstGeom prst="rect">
            <a:avLst/>
          </a:prstGeom>
        </p:spPr>
      </p:pic>
      <p:pic>
        <p:nvPicPr>
          <p:cNvPr id="1029549592" name=""/>
          <p:cNvPicPr>
            <a:picLocks noChangeAspect="1"/>
          </p:cNvPicPr>
          <p:nvPr/>
        </p:nvPicPr>
        <p:blipFill>
          <a:blip r:embed="rId4"/>
          <a:stretch/>
        </p:blipFill>
        <p:spPr bwMode="auto">
          <a:xfrm>
            <a:off x="1343205" y="3667124"/>
            <a:ext cx="9010649" cy="25812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950290" name=""/>
          <p:cNvSpPr/>
          <p:nvPr/>
        </p:nvSpPr>
        <p:spPr bwMode="auto">
          <a:xfrm>
            <a:off x="3952274" y="3288029"/>
            <a:ext cx="4287810"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Fundamental Communication Elements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8234136" name=""/>
          <p:cNvPicPr>
            <a:picLocks noChangeAspect="1"/>
          </p:cNvPicPr>
          <p:nvPr/>
        </p:nvPicPr>
        <p:blipFill>
          <a:blip r:embed="rId3"/>
          <a:stretch/>
        </p:blipFill>
        <p:spPr bwMode="auto">
          <a:xfrm>
            <a:off x="95249" y="238124"/>
            <a:ext cx="7467599" cy="5153024"/>
          </a:xfrm>
          <a:prstGeom prst="rect">
            <a:avLst/>
          </a:prstGeom>
        </p:spPr>
      </p:pic>
      <p:pic>
        <p:nvPicPr>
          <p:cNvPr id="1924059482" name=""/>
          <p:cNvPicPr>
            <a:picLocks noChangeAspect="1"/>
          </p:cNvPicPr>
          <p:nvPr/>
        </p:nvPicPr>
        <p:blipFill>
          <a:blip r:embed="rId4"/>
          <a:stretch/>
        </p:blipFill>
        <p:spPr bwMode="auto">
          <a:xfrm>
            <a:off x="6219824" y="3152774"/>
            <a:ext cx="5895974" cy="304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51821007" name=""/>
          <p:cNvPicPr>
            <a:picLocks noChangeAspect="1"/>
          </p:cNvPicPr>
          <p:nvPr/>
        </p:nvPicPr>
        <p:blipFill>
          <a:blip r:embed="rId3"/>
          <a:stretch/>
        </p:blipFill>
        <p:spPr bwMode="auto">
          <a:xfrm>
            <a:off x="2838449" y="476249"/>
            <a:ext cx="6648449" cy="47148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3923778" name=""/>
          <p:cNvPicPr>
            <a:picLocks noChangeAspect="1"/>
          </p:cNvPicPr>
          <p:nvPr/>
        </p:nvPicPr>
        <p:blipFill>
          <a:blip r:embed="rId3"/>
          <a:stretch/>
        </p:blipFill>
        <p:spPr bwMode="auto">
          <a:xfrm>
            <a:off x="2462212" y="828675"/>
            <a:ext cx="7267574" cy="29908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47630040" name=""/>
          <p:cNvPicPr>
            <a:picLocks noChangeAspect="1"/>
          </p:cNvPicPr>
          <p:nvPr/>
        </p:nvPicPr>
        <p:blipFill>
          <a:blip r:embed="rId3"/>
          <a:stretch/>
        </p:blipFill>
        <p:spPr bwMode="auto">
          <a:xfrm flipH="0" flipV="0">
            <a:off x="3324223" y="28575"/>
            <a:ext cx="4353899" cy="681150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9933320" name=""/>
          <p:cNvSpPr/>
          <p:nvPr/>
        </p:nvSpPr>
        <p:spPr bwMode="auto">
          <a:xfrm>
            <a:off x="2410099" y="2329814"/>
            <a:ext cx="7258219" cy="8233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A2A and MCP: </a:t>
            </a:r>
            <a:endParaRPr sz="2400" b="0" i="0" u="none" spc="-23">
              <a:solidFill>
                <a:srgbClr val="000000"/>
              </a:solidFill>
              <a:latin typeface="Arial"/>
              <a:ea typeface="Arial"/>
              <a:cs typeface="Arial"/>
            </a:endParaRPr>
          </a:p>
          <a:p>
            <a:pPr>
              <a:defRPr/>
            </a:pPr>
            <a:r>
              <a:rPr sz="2400" b="0" i="0" u="none" spc="-23">
                <a:solidFill>
                  <a:srgbClr val="000000"/>
                </a:solidFill>
                <a:latin typeface="Arial"/>
                <a:ea typeface="Arial"/>
                <a:cs typeface="Arial"/>
              </a:rPr>
              <a:t>Complementary Protocols for Agentic Systems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97816850" name=""/>
          <p:cNvPicPr>
            <a:picLocks noChangeAspect="1"/>
          </p:cNvPicPr>
          <p:nvPr/>
        </p:nvPicPr>
        <p:blipFill>
          <a:blip r:embed="rId3"/>
          <a:stretch/>
        </p:blipFill>
        <p:spPr bwMode="auto">
          <a:xfrm flipH="0" flipV="0">
            <a:off x="1599406" y="838198"/>
            <a:ext cx="7963693" cy="45148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8889330" name=""/>
          <p:cNvPicPr>
            <a:picLocks noChangeAspect="1"/>
          </p:cNvPicPr>
          <p:nvPr/>
        </p:nvPicPr>
        <p:blipFill>
          <a:blip r:embed="rId3"/>
          <a:stretch/>
        </p:blipFill>
        <p:spPr bwMode="auto">
          <a:xfrm flipH="0" flipV="0">
            <a:off x="2524124" y="1219199"/>
            <a:ext cx="7687040" cy="3524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52591983" name=""/>
          <p:cNvPicPr>
            <a:picLocks noChangeAspect="1"/>
          </p:cNvPicPr>
          <p:nvPr/>
        </p:nvPicPr>
        <p:blipFill>
          <a:blip r:embed="rId3"/>
          <a:stretch/>
        </p:blipFill>
        <p:spPr bwMode="auto">
          <a:xfrm flipH="0" flipV="0">
            <a:off x="2324098" y="933449"/>
            <a:ext cx="7080076" cy="45434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1943180" name=""/>
          <p:cNvPicPr>
            <a:picLocks noChangeAspect="1"/>
          </p:cNvPicPr>
          <p:nvPr/>
        </p:nvPicPr>
        <p:blipFill>
          <a:blip r:embed="rId3"/>
          <a:stretch/>
        </p:blipFill>
        <p:spPr bwMode="auto">
          <a:xfrm flipH="0" flipV="0">
            <a:off x="2033587" y="1009649"/>
            <a:ext cx="8555907" cy="34670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77994770" name=""/>
          <p:cNvPicPr>
            <a:picLocks noChangeAspect="1"/>
          </p:cNvPicPr>
          <p:nvPr/>
        </p:nvPicPr>
        <p:blipFill>
          <a:blip r:embed="rId3"/>
          <a:stretch/>
        </p:blipFill>
        <p:spPr bwMode="auto">
          <a:xfrm flipH="0" flipV="0">
            <a:off x="1981199" y="781049"/>
            <a:ext cx="7560829" cy="44291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19396678" name=""/>
          <p:cNvPicPr>
            <a:picLocks noChangeAspect="1"/>
          </p:cNvPicPr>
          <p:nvPr/>
        </p:nvPicPr>
        <p:blipFill>
          <a:blip r:embed="rId3"/>
          <a:stretch/>
        </p:blipFill>
        <p:spPr bwMode="auto">
          <a:xfrm flipH="0" flipV="0">
            <a:off x="29549" y="942975"/>
            <a:ext cx="12074716" cy="22853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7983397" name=""/>
          <p:cNvSpPr/>
          <p:nvPr/>
        </p:nvSpPr>
        <p:spPr bwMode="auto">
          <a:xfrm>
            <a:off x="3570406" y="268604"/>
            <a:ext cx="4841995"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How A2A and MCP Complement Each Other</a:t>
            </a:r>
            <a:endParaRPr/>
          </a:p>
        </p:txBody>
      </p:sp>
      <p:pic>
        <p:nvPicPr>
          <p:cNvPr id="1412576271" name=""/>
          <p:cNvPicPr>
            <a:picLocks noChangeAspect="1"/>
          </p:cNvPicPr>
          <p:nvPr/>
        </p:nvPicPr>
        <p:blipFill>
          <a:blip r:embed="rId3"/>
          <a:stretch/>
        </p:blipFill>
        <p:spPr bwMode="auto">
          <a:xfrm flipH="0" flipV="0">
            <a:off x="2286974" y="718527"/>
            <a:ext cx="8090776" cy="4586897"/>
          </a:xfrm>
          <a:prstGeom prst="rect">
            <a:avLst/>
          </a:prstGeom>
        </p:spPr>
      </p:pic>
      <p:sp>
        <p:nvSpPr>
          <p:cNvPr id="626486042" name=""/>
          <p:cNvSpPr/>
          <p:nvPr/>
        </p:nvSpPr>
        <p:spPr bwMode="auto">
          <a:xfrm>
            <a:off x="2127842" y="5665469"/>
            <a:ext cx="7936673" cy="7623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300" b="0" i="1" u="none">
                <a:solidFill>
                  <a:srgbClr val="000000"/>
                </a:solidFill>
                <a:latin typeface="Arial"/>
                <a:ea typeface="Arial"/>
                <a:cs typeface="Arial"/>
              </a:rPr>
              <a:t>An agentic application might use A2A to communicate with other agents, while each agent internally uses MCP to interact with its specific tools and resources.</a:t>
            </a:r>
            <a:br>
              <a:rPr sz="1300" b="0" i="1" u="none">
                <a:solidFill>
                  <a:srgbClr val="000000"/>
                </a:solidFill>
                <a:latin typeface="Arial"/>
                <a:ea typeface="Arial"/>
                <a:cs typeface="Arial"/>
              </a:rPr>
            </a:b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8673659" name=""/>
          <p:cNvPicPr>
            <a:picLocks noChangeAspect="1"/>
          </p:cNvPicPr>
          <p:nvPr/>
        </p:nvPicPr>
        <p:blipFill>
          <a:blip r:embed="rId3"/>
          <a:stretch/>
        </p:blipFill>
        <p:spPr bwMode="auto">
          <a:xfrm>
            <a:off x="2495549" y="214312"/>
            <a:ext cx="6924674" cy="62769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5191315" name=""/>
          <p:cNvPicPr>
            <a:picLocks noChangeAspect="1"/>
          </p:cNvPicPr>
          <p:nvPr/>
        </p:nvPicPr>
        <p:blipFill>
          <a:blip r:embed="rId3"/>
          <a:stretch/>
        </p:blipFill>
        <p:spPr bwMode="auto">
          <a:xfrm flipH="0" flipV="0">
            <a:off x="2371724" y="333374"/>
            <a:ext cx="6935175" cy="598446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34354138" name=""/>
          <p:cNvPicPr>
            <a:picLocks noChangeAspect="1"/>
          </p:cNvPicPr>
          <p:nvPr/>
        </p:nvPicPr>
        <p:blipFill>
          <a:blip r:embed="rId3"/>
          <a:stretch/>
        </p:blipFill>
        <p:spPr bwMode="auto">
          <a:xfrm>
            <a:off x="2895598" y="590549"/>
            <a:ext cx="6000750" cy="56768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94582462" name=""/>
          <p:cNvPicPr>
            <a:picLocks noChangeAspect="1"/>
          </p:cNvPicPr>
          <p:nvPr/>
        </p:nvPicPr>
        <p:blipFill>
          <a:blip r:embed="rId3"/>
          <a:stretch/>
        </p:blipFill>
        <p:spPr bwMode="auto">
          <a:xfrm flipH="0" flipV="0">
            <a:off x="2628900" y="514349"/>
            <a:ext cx="6049349" cy="531577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85979906" name=""/>
          <p:cNvPicPr>
            <a:picLocks noChangeAspect="1"/>
          </p:cNvPicPr>
          <p:nvPr/>
        </p:nvPicPr>
        <p:blipFill>
          <a:blip r:embed="rId3"/>
          <a:stretch/>
        </p:blipFill>
        <p:spPr bwMode="auto">
          <a:xfrm flipH="0" flipV="0">
            <a:off x="2390774" y="447674"/>
            <a:ext cx="6049350" cy="5935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3854688" name=""/>
          <p:cNvSpPr txBox="1"/>
          <p:nvPr/>
        </p:nvSpPr>
        <p:spPr bwMode="auto">
          <a:xfrm rot="0" flipH="0" flipV="0">
            <a:off x="4684028" y="437045"/>
            <a:ext cx="2228704"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b="1" u="sng"/>
              <a:t>Currency Agent eg</a:t>
            </a:r>
            <a:endParaRPr b="1" u="sng"/>
          </a:p>
        </p:txBody>
      </p:sp>
      <p:pic>
        <p:nvPicPr>
          <p:cNvPr id="94447416" name=""/>
          <p:cNvPicPr>
            <a:picLocks noChangeAspect="1"/>
          </p:cNvPicPr>
          <p:nvPr/>
        </p:nvPicPr>
        <p:blipFill>
          <a:blip r:embed="rId3"/>
          <a:stretch/>
        </p:blipFill>
        <p:spPr bwMode="auto">
          <a:xfrm>
            <a:off x="1183688" y="1804987"/>
            <a:ext cx="8772525" cy="3248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13360354" name=""/>
          <p:cNvPicPr>
            <a:picLocks noChangeAspect="1"/>
          </p:cNvPicPr>
          <p:nvPr/>
        </p:nvPicPr>
        <p:blipFill>
          <a:blip r:embed="rId3"/>
          <a:stretch/>
        </p:blipFill>
        <p:spPr bwMode="auto">
          <a:xfrm flipH="0" flipV="0">
            <a:off x="1409699" y="419099"/>
            <a:ext cx="8382974" cy="550913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9364918" name=""/>
          <p:cNvPicPr>
            <a:picLocks noChangeAspect="1"/>
          </p:cNvPicPr>
          <p:nvPr/>
        </p:nvPicPr>
        <p:blipFill>
          <a:blip r:embed="rId3"/>
          <a:stretch/>
        </p:blipFill>
        <p:spPr bwMode="auto">
          <a:xfrm flipH="0" flipV="0">
            <a:off x="1765671" y="962024"/>
            <a:ext cx="8660656" cy="26193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09263131" name=""/>
          <p:cNvPicPr>
            <a:picLocks noChangeAspect="1"/>
          </p:cNvPicPr>
          <p:nvPr/>
        </p:nvPicPr>
        <p:blipFill>
          <a:blip r:embed="rId3"/>
          <a:stretch/>
        </p:blipFill>
        <p:spPr bwMode="auto">
          <a:xfrm flipH="0" flipV="0">
            <a:off x="1104899" y="895349"/>
            <a:ext cx="9008384" cy="22955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96501187" name=""/>
          <p:cNvPicPr>
            <a:picLocks noChangeAspect="1"/>
          </p:cNvPicPr>
          <p:nvPr/>
        </p:nvPicPr>
        <p:blipFill>
          <a:blip r:embed="rId3"/>
          <a:stretch/>
        </p:blipFill>
        <p:spPr bwMode="auto">
          <a:xfrm flipH="0" flipV="0">
            <a:off x="1362074" y="219074"/>
            <a:ext cx="7939386" cy="624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24825080" name=""/>
          <p:cNvPicPr>
            <a:picLocks noChangeAspect="1"/>
          </p:cNvPicPr>
          <p:nvPr/>
        </p:nvPicPr>
        <p:blipFill>
          <a:blip r:embed="rId3"/>
          <a:stretch/>
        </p:blipFill>
        <p:spPr bwMode="auto">
          <a:xfrm flipH="0" flipV="0">
            <a:off x="1495424" y="752474"/>
            <a:ext cx="8131980" cy="40290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7650996" name=""/>
          <p:cNvPicPr>
            <a:picLocks noChangeAspect="1"/>
          </p:cNvPicPr>
          <p:nvPr/>
        </p:nvPicPr>
        <p:blipFill>
          <a:blip r:embed="rId3"/>
          <a:stretch/>
        </p:blipFill>
        <p:spPr bwMode="auto">
          <a:xfrm flipH="0" flipV="0">
            <a:off x="1543050" y="904874"/>
            <a:ext cx="8515350" cy="28384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2616462" name=""/>
          <p:cNvPicPr>
            <a:picLocks noChangeAspect="1"/>
          </p:cNvPicPr>
          <p:nvPr/>
        </p:nvPicPr>
        <p:blipFill>
          <a:blip r:embed="rId3"/>
          <a:stretch/>
        </p:blipFill>
        <p:spPr bwMode="auto">
          <a:xfrm flipH="0" flipV="0">
            <a:off x="2133599" y="723899"/>
            <a:ext cx="7039949" cy="484065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467784" name=""/>
          <p:cNvPicPr>
            <a:picLocks noChangeAspect="1"/>
          </p:cNvPicPr>
          <p:nvPr/>
        </p:nvPicPr>
        <p:blipFill>
          <a:blip r:embed="rId3"/>
          <a:stretch/>
        </p:blipFill>
        <p:spPr bwMode="auto">
          <a:xfrm flipH="0" flipV="0">
            <a:off x="1828799" y="1143000"/>
            <a:ext cx="7935708" cy="27050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5771365" name=""/>
          <p:cNvPicPr>
            <a:picLocks noChangeAspect="1"/>
          </p:cNvPicPr>
          <p:nvPr/>
        </p:nvPicPr>
        <p:blipFill>
          <a:blip r:embed="rId3"/>
          <a:stretch/>
        </p:blipFill>
        <p:spPr bwMode="auto">
          <a:xfrm flipH="0" flipV="0">
            <a:off x="1432575" y="1476374"/>
            <a:ext cx="9326848" cy="3067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970025" name=""/>
          <p:cNvPicPr>
            <a:picLocks noChangeAspect="1"/>
          </p:cNvPicPr>
          <p:nvPr/>
        </p:nvPicPr>
        <p:blipFill>
          <a:blip r:embed="rId3"/>
          <a:stretch/>
        </p:blipFill>
        <p:spPr bwMode="auto">
          <a:xfrm flipH="0" flipV="0">
            <a:off x="0" y="0"/>
            <a:ext cx="8022407" cy="3219449"/>
          </a:xfrm>
          <a:prstGeom prst="rect">
            <a:avLst/>
          </a:prstGeom>
        </p:spPr>
      </p:pic>
      <p:pic>
        <p:nvPicPr>
          <p:cNvPr id="2137249904" name=""/>
          <p:cNvPicPr>
            <a:picLocks noChangeAspect="1"/>
          </p:cNvPicPr>
          <p:nvPr/>
        </p:nvPicPr>
        <p:blipFill>
          <a:blip r:embed="rId4"/>
          <a:stretch/>
        </p:blipFill>
        <p:spPr bwMode="auto">
          <a:xfrm flipH="0" flipV="0">
            <a:off x="4119317" y="3895723"/>
            <a:ext cx="7844082" cy="25907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91700884" name=""/>
          <p:cNvPicPr>
            <a:picLocks noChangeAspect="1"/>
          </p:cNvPicPr>
          <p:nvPr/>
        </p:nvPicPr>
        <p:blipFill>
          <a:blip r:embed="rId3"/>
          <a:stretch/>
        </p:blipFill>
        <p:spPr bwMode="auto">
          <a:xfrm flipH="0" flipV="0">
            <a:off x="3340655" y="1600199"/>
            <a:ext cx="5510688" cy="19335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38883022" name=""/>
          <p:cNvPicPr>
            <a:picLocks noChangeAspect="1"/>
          </p:cNvPicPr>
          <p:nvPr/>
        </p:nvPicPr>
        <p:blipFill>
          <a:blip r:embed="rId3"/>
          <a:stretch/>
        </p:blipFill>
        <p:spPr bwMode="auto">
          <a:xfrm flipH="0" flipV="0">
            <a:off x="1895474" y="842962"/>
            <a:ext cx="7662312" cy="16859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2887660" name=""/>
          <p:cNvPicPr>
            <a:picLocks noChangeAspect="1"/>
          </p:cNvPicPr>
          <p:nvPr/>
        </p:nvPicPr>
        <p:blipFill>
          <a:blip r:embed="rId3"/>
          <a:stretch/>
        </p:blipFill>
        <p:spPr bwMode="auto">
          <a:xfrm flipH="0" flipV="0">
            <a:off x="2124074" y="952499"/>
            <a:ext cx="8050121" cy="41814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618773" name=""/>
          <p:cNvPicPr>
            <a:picLocks noChangeAspect="1"/>
          </p:cNvPicPr>
          <p:nvPr/>
        </p:nvPicPr>
        <p:blipFill>
          <a:blip r:embed="rId3"/>
          <a:stretch/>
        </p:blipFill>
        <p:spPr bwMode="auto">
          <a:xfrm flipH="0" flipV="0">
            <a:off x="2228849" y="1257300"/>
            <a:ext cx="7090773" cy="20002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54644298" name=""/>
          <p:cNvPicPr>
            <a:picLocks noChangeAspect="1"/>
          </p:cNvPicPr>
          <p:nvPr/>
        </p:nvPicPr>
        <p:blipFill>
          <a:blip r:embed="rId3"/>
          <a:stretch/>
        </p:blipFill>
        <p:spPr bwMode="auto">
          <a:xfrm flipH="0" flipV="0">
            <a:off x="2796075" y="1962000"/>
            <a:ext cx="5592150" cy="14669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9601803" name=""/>
          <p:cNvSpPr/>
          <p:nvPr/>
        </p:nvSpPr>
        <p:spPr bwMode="auto">
          <a:xfrm>
            <a:off x="4080056" y="3314700"/>
            <a:ext cx="4032247"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Security Considerations for Push Notifications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35217537" name=""/>
          <p:cNvPicPr>
            <a:picLocks noChangeAspect="1"/>
          </p:cNvPicPr>
          <p:nvPr/>
        </p:nvPicPr>
        <p:blipFill>
          <a:blip r:embed="rId3"/>
          <a:stretch/>
        </p:blipFill>
        <p:spPr bwMode="auto">
          <a:xfrm flipH="0" flipV="0">
            <a:off x="1895474" y="809624"/>
            <a:ext cx="7516543" cy="47434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72873748" name=""/>
          <p:cNvPicPr>
            <a:picLocks noChangeAspect="1"/>
          </p:cNvPicPr>
          <p:nvPr/>
        </p:nvPicPr>
        <p:blipFill>
          <a:blip r:embed="rId3"/>
          <a:stretch/>
        </p:blipFill>
        <p:spPr bwMode="auto">
          <a:xfrm flipH="0" flipV="0">
            <a:off x="2019299" y="0"/>
            <a:ext cx="6789498" cy="6067424"/>
          </a:xfrm>
          <a:prstGeom prst="rect">
            <a:avLst/>
          </a:prstGeom>
        </p:spPr>
      </p:pic>
      <p:pic>
        <p:nvPicPr>
          <p:cNvPr id="442548219" name=""/>
          <p:cNvPicPr>
            <a:picLocks noChangeAspect="1"/>
          </p:cNvPicPr>
          <p:nvPr/>
        </p:nvPicPr>
        <p:blipFill>
          <a:blip r:embed="rId4"/>
          <a:stretch/>
        </p:blipFill>
        <p:spPr bwMode="auto">
          <a:xfrm>
            <a:off x="1904999" y="6129337"/>
            <a:ext cx="7381874" cy="3143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0772452" name=""/>
          <p:cNvSpPr/>
          <p:nvPr/>
        </p:nvSpPr>
        <p:spPr bwMode="auto">
          <a:xfrm>
            <a:off x="2782524" y="3329939"/>
            <a:ext cx="6627310" cy="2899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p:txBody>
      </p:sp>
      <p:sp>
        <p:nvSpPr>
          <p:cNvPr id="1291572082" name=""/>
          <p:cNvSpPr txBox="1"/>
          <p:nvPr/>
        </p:nvSpPr>
        <p:spPr bwMode="auto">
          <a:xfrm rot="0" flipH="0" flipV="0">
            <a:off x="3061892" y="2570825"/>
            <a:ext cx="5956341"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800" b="1" i="0" u="none" spc="-11">
                <a:solidFill>
                  <a:srgbClr val="000000"/>
                </a:solidFill>
                <a:latin typeface="Arial"/>
                <a:ea typeface="Arial"/>
                <a:cs typeface="Arial"/>
              </a:rPr>
              <a:t>Client Webhook Receiver Security (When Receiving Notifications from A2A Server)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09310400" name=""/>
          <p:cNvPicPr>
            <a:picLocks noChangeAspect="1"/>
          </p:cNvPicPr>
          <p:nvPr/>
        </p:nvPicPr>
        <p:blipFill>
          <a:blip r:embed="rId3"/>
          <a:stretch/>
        </p:blipFill>
        <p:spPr bwMode="auto">
          <a:xfrm flipH="0" flipV="0">
            <a:off x="1523999" y="157162"/>
            <a:ext cx="7492314" cy="65436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7630824" name=""/>
          <p:cNvPicPr>
            <a:picLocks noChangeAspect="1"/>
          </p:cNvPicPr>
          <p:nvPr/>
        </p:nvPicPr>
        <p:blipFill>
          <a:blip r:embed="rId3"/>
          <a:stretch/>
        </p:blipFill>
        <p:spPr bwMode="auto">
          <a:xfrm flipH="0" flipV="0">
            <a:off x="2428875" y="419099"/>
            <a:ext cx="7171870" cy="44672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7671442" name=""/>
          <p:cNvPicPr>
            <a:picLocks noChangeAspect="1"/>
          </p:cNvPicPr>
          <p:nvPr/>
        </p:nvPicPr>
        <p:blipFill>
          <a:blip r:embed="rId3"/>
          <a:stretch/>
        </p:blipFill>
        <p:spPr bwMode="auto">
          <a:xfrm flipH="0" flipV="0">
            <a:off x="2419349" y="83207"/>
            <a:ext cx="6754199" cy="672808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6100527" name=""/>
          <p:cNvSpPr/>
          <p:nvPr/>
        </p:nvSpPr>
        <p:spPr bwMode="auto">
          <a:xfrm>
            <a:off x="4377269" y="3288029"/>
            <a:ext cx="3437820"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What is Agent Development Kit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0275297" name=""/>
          <p:cNvSpPr/>
          <p:nvPr/>
        </p:nvSpPr>
        <p:spPr bwMode="auto">
          <a:xfrm>
            <a:off x="1829913" y="884437"/>
            <a:ext cx="8163349" cy="17377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Agent Development Kit (ADK) is a flexible and modular framework for</a:t>
            </a:r>
            <a:r>
              <a:rPr sz="1500" b="0" i="0" u="none">
                <a:solidFill>
                  <a:srgbClr val="000000"/>
                </a:solidFill>
                <a:latin typeface="Arial"/>
                <a:ea typeface="Arial"/>
                <a:cs typeface="Arial"/>
              </a:rPr>
              <a:t> </a:t>
            </a:r>
            <a:r>
              <a:rPr sz="1500" b="1" i="0" u="none">
                <a:solidFill>
                  <a:srgbClr val="000000"/>
                </a:solidFill>
                <a:latin typeface="Arial"/>
                <a:ea typeface="Arial"/>
                <a:cs typeface="Arial"/>
              </a:rPr>
              <a:t>developing and deploying AI agents</a:t>
            </a:r>
            <a:r>
              <a:rPr sz="1500" b="0" i="0" u="none">
                <a:solidFill>
                  <a:srgbClr val="000000"/>
                </a:solidFill>
                <a:latin typeface="Arial"/>
                <a:ea typeface="Arial"/>
                <a:cs typeface="Arial"/>
              </a:rPr>
              <a:t>. While optimized for Gemini and the Google ecosystem, ADK is</a:t>
            </a:r>
            <a:r>
              <a:rPr sz="1500" b="0" i="0" u="none">
                <a:solidFill>
                  <a:srgbClr val="000000"/>
                </a:solidFill>
                <a:latin typeface="Arial"/>
                <a:ea typeface="Arial"/>
                <a:cs typeface="Arial"/>
              </a:rPr>
              <a:t> </a:t>
            </a:r>
            <a:r>
              <a:rPr sz="1500" b="1" i="0" u="none">
                <a:solidFill>
                  <a:srgbClr val="000000"/>
                </a:solidFill>
                <a:latin typeface="Arial"/>
                <a:ea typeface="Arial"/>
                <a:cs typeface="Arial"/>
              </a:rPr>
              <a:t>model-agnostic</a:t>
            </a:r>
            <a:r>
              <a:rPr sz="1500" b="0" i="0" u="none">
                <a:solidFill>
                  <a:srgbClr val="000000"/>
                </a:solidFill>
                <a:latin typeface="Arial"/>
                <a:ea typeface="Arial"/>
                <a:cs typeface="Arial"/>
              </a:rPr>
              <a:t>,</a:t>
            </a:r>
            <a:r>
              <a:rPr sz="1500" b="0" i="0" u="none">
                <a:solidFill>
                  <a:srgbClr val="000000"/>
                </a:solidFill>
                <a:latin typeface="Arial"/>
                <a:ea typeface="Arial"/>
                <a:cs typeface="Arial"/>
              </a:rPr>
              <a:t> </a:t>
            </a:r>
            <a:r>
              <a:rPr sz="1500" b="1" i="0" u="none">
                <a:solidFill>
                  <a:srgbClr val="000000"/>
                </a:solidFill>
                <a:latin typeface="Arial"/>
                <a:ea typeface="Arial"/>
                <a:cs typeface="Arial"/>
              </a:rPr>
              <a:t>deployment-agnostic</a:t>
            </a:r>
            <a:r>
              <a:rPr sz="1500" b="0" i="0" u="none">
                <a:solidFill>
                  <a:srgbClr val="000000"/>
                </a:solidFill>
                <a:latin typeface="Arial"/>
                <a:ea typeface="Arial"/>
                <a:cs typeface="Arial"/>
              </a:rPr>
              <a:t>, and is built for</a:t>
            </a:r>
            <a:r>
              <a:rPr sz="1500" b="0" i="0" u="none">
                <a:solidFill>
                  <a:srgbClr val="000000"/>
                </a:solidFill>
                <a:latin typeface="Arial"/>
                <a:ea typeface="Arial"/>
                <a:cs typeface="Arial"/>
              </a:rPr>
              <a:t> </a:t>
            </a:r>
            <a:r>
              <a:rPr sz="1500" b="1" i="0" u="none">
                <a:solidFill>
                  <a:srgbClr val="000000"/>
                </a:solidFill>
                <a:latin typeface="Arial"/>
                <a:ea typeface="Arial"/>
                <a:cs typeface="Arial"/>
              </a:rPr>
              <a:t>compatibility with other frameworks</a:t>
            </a:r>
            <a:r>
              <a:rPr sz="1500" b="0" i="0" u="none">
                <a:solidFill>
                  <a:srgbClr val="000000"/>
                </a:solidFill>
                <a:latin typeface="Arial"/>
                <a:ea typeface="Arial"/>
                <a:cs typeface="Arial"/>
              </a:rPr>
              <a:t>.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ADK was designed to make agent development feel more like software development, to make it easier for developers to create, deploy, and orchestrate agentic architectures that range from simple tasks to complex workflows.</a:t>
            </a:r>
            <a:endParaRPr sz="1500" b="0" i="0" u="none">
              <a:solidFill>
                <a:srgbClr val="000000"/>
              </a:solidFill>
              <a:latin typeface="Arial"/>
              <a:ea typeface="Arial"/>
              <a:cs typeface="Arial"/>
            </a:endParaRPr>
          </a:p>
        </p:txBody>
      </p:sp>
      <p:pic>
        <p:nvPicPr>
          <p:cNvPr id="162351388" name=""/>
          <p:cNvPicPr>
            <a:picLocks noChangeAspect="1"/>
          </p:cNvPicPr>
          <p:nvPr/>
        </p:nvPicPr>
        <p:blipFill>
          <a:blip r:embed="rId3"/>
          <a:stretch/>
        </p:blipFill>
        <p:spPr bwMode="auto">
          <a:xfrm>
            <a:off x="4033837" y="3199659"/>
            <a:ext cx="4124324" cy="16954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30501699" name=""/>
          <p:cNvPicPr>
            <a:picLocks noChangeAspect="1"/>
          </p:cNvPicPr>
          <p:nvPr/>
        </p:nvPicPr>
        <p:blipFill>
          <a:blip r:embed="rId3"/>
          <a:stretch/>
        </p:blipFill>
        <p:spPr bwMode="auto">
          <a:xfrm flipH="0" flipV="0">
            <a:off x="2506091" y="195909"/>
            <a:ext cx="6651925" cy="622358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7752017" name=""/>
          <p:cNvPicPr>
            <a:picLocks noChangeAspect="1"/>
          </p:cNvPicPr>
          <p:nvPr/>
        </p:nvPicPr>
        <p:blipFill>
          <a:blip r:embed="rId3"/>
          <a:stretch/>
        </p:blipFill>
        <p:spPr bwMode="auto">
          <a:xfrm>
            <a:off x="2330388" y="610339"/>
            <a:ext cx="8105774" cy="23526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96713656" name=""/>
          <p:cNvPicPr>
            <a:picLocks noChangeAspect="1"/>
          </p:cNvPicPr>
          <p:nvPr/>
        </p:nvPicPr>
        <p:blipFill>
          <a:blip r:embed="rId3"/>
          <a:stretch/>
        </p:blipFill>
        <p:spPr bwMode="auto">
          <a:xfrm flipH="0" flipV="0">
            <a:off x="2845616" y="832281"/>
            <a:ext cx="6143970" cy="47213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6636504" name=""/>
          <p:cNvPicPr>
            <a:picLocks noChangeAspect="1"/>
          </p:cNvPicPr>
          <p:nvPr/>
        </p:nvPicPr>
        <p:blipFill>
          <a:blip r:embed="rId3"/>
          <a:stretch/>
        </p:blipFill>
        <p:spPr bwMode="auto">
          <a:xfrm>
            <a:off x="2358131" y="536358"/>
            <a:ext cx="8134349" cy="40195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75902347" name=""/>
          <p:cNvPicPr>
            <a:picLocks noChangeAspect="1"/>
          </p:cNvPicPr>
          <p:nvPr/>
        </p:nvPicPr>
        <p:blipFill>
          <a:blip r:embed="rId3"/>
          <a:stretch/>
        </p:blipFill>
        <p:spPr bwMode="auto">
          <a:xfrm>
            <a:off x="2469101" y="1220679"/>
            <a:ext cx="8058150" cy="36671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58354050" name=""/>
          <p:cNvPicPr>
            <a:picLocks noChangeAspect="1"/>
          </p:cNvPicPr>
          <p:nvPr/>
        </p:nvPicPr>
        <p:blipFill>
          <a:blip r:embed="rId3"/>
          <a:stretch/>
        </p:blipFill>
        <p:spPr bwMode="auto">
          <a:xfrm>
            <a:off x="2459854" y="1924049"/>
            <a:ext cx="7829550" cy="1924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75981030" name=""/>
          <p:cNvPicPr>
            <a:picLocks noChangeAspect="1"/>
          </p:cNvPicPr>
          <p:nvPr/>
        </p:nvPicPr>
        <p:blipFill>
          <a:blip r:embed="rId3"/>
          <a:stretch/>
        </p:blipFill>
        <p:spPr bwMode="auto">
          <a:xfrm>
            <a:off x="1962149" y="721310"/>
            <a:ext cx="8267699" cy="38957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92531650" name=""/>
          <p:cNvPicPr>
            <a:picLocks noChangeAspect="1"/>
          </p:cNvPicPr>
          <p:nvPr/>
        </p:nvPicPr>
        <p:blipFill>
          <a:blip r:embed="rId3"/>
          <a:stretch/>
        </p:blipFill>
        <p:spPr bwMode="auto">
          <a:xfrm>
            <a:off x="1840266" y="1137451"/>
            <a:ext cx="8029575" cy="35337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25173124" name=""/>
          <p:cNvPicPr>
            <a:picLocks noChangeAspect="1"/>
          </p:cNvPicPr>
          <p:nvPr/>
        </p:nvPicPr>
        <p:blipFill>
          <a:blip r:embed="rId3"/>
          <a:stretch/>
        </p:blipFill>
        <p:spPr bwMode="auto">
          <a:xfrm>
            <a:off x="2126941" y="1202184"/>
            <a:ext cx="8058150" cy="3190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50603139" name=""/>
          <p:cNvPicPr>
            <a:picLocks noChangeAspect="1"/>
          </p:cNvPicPr>
          <p:nvPr/>
        </p:nvPicPr>
        <p:blipFill>
          <a:blip r:embed="rId3"/>
          <a:stretch/>
        </p:blipFill>
        <p:spPr bwMode="auto">
          <a:xfrm>
            <a:off x="2145436" y="1498105"/>
            <a:ext cx="8067674" cy="2162174"/>
          </a:xfrm>
          <a:prstGeom prst="rect">
            <a:avLst/>
          </a:prstGeom>
        </p:spPr>
      </p:pic>
      <p:pic>
        <p:nvPicPr>
          <p:cNvPr id="1015534974" name=""/>
          <p:cNvPicPr>
            <a:picLocks noChangeAspect="1"/>
          </p:cNvPicPr>
          <p:nvPr/>
        </p:nvPicPr>
        <p:blipFill>
          <a:blip r:embed="rId4"/>
          <a:stretch/>
        </p:blipFill>
        <p:spPr bwMode="auto">
          <a:xfrm>
            <a:off x="2228664" y="4105922"/>
            <a:ext cx="8105774" cy="23907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7125644" name=""/>
          <p:cNvPicPr>
            <a:picLocks noChangeAspect="1"/>
          </p:cNvPicPr>
          <p:nvPr/>
        </p:nvPicPr>
        <p:blipFill>
          <a:blip r:embed="rId3"/>
          <a:stretch/>
        </p:blipFill>
        <p:spPr bwMode="auto">
          <a:xfrm flipH="0" flipV="0">
            <a:off x="1988736" y="203446"/>
            <a:ext cx="7423297" cy="2765023"/>
          </a:xfrm>
          <a:prstGeom prst="rect">
            <a:avLst/>
          </a:prstGeom>
        </p:spPr>
      </p:pic>
      <p:pic>
        <p:nvPicPr>
          <p:cNvPr id="209586506" name=""/>
          <p:cNvPicPr>
            <a:picLocks noChangeAspect="1"/>
          </p:cNvPicPr>
          <p:nvPr/>
        </p:nvPicPr>
        <p:blipFill>
          <a:blip r:embed="rId4"/>
          <a:stretch/>
        </p:blipFill>
        <p:spPr bwMode="auto">
          <a:xfrm flipH="0" flipV="0">
            <a:off x="2108954" y="3125678"/>
            <a:ext cx="7388809" cy="34654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53717870" name=""/>
          <p:cNvPicPr>
            <a:picLocks noChangeAspect="1"/>
          </p:cNvPicPr>
          <p:nvPr/>
        </p:nvPicPr>
        <p:blipFill>
          <a:blip r:embed="rId3"/>
          <a:stretch/>
        </p:blipFill>
        <p:spPr bwMode="auto">
          <a:xfrm flipH="0" flipV="0">
            <a:off x="1849514" y="1091213"/>
            <a:ext cx="8399813" cy="40966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95252852" name=""/>
          <p:cNvPicPr>
            <a:picLocks noChangeAspect="1"/>
          </p:cNvPicPr>
          <p:nvPr/>
        </p:nvPicPr>
        <p:blipFill>
          <a:blip r:embed="rId3"/>
          <a:stretch/>
        </p:blipFill>
        <p:spPr bwMode="auto">
          <a:xfrm>
            <a:off x="1655315" y="388397"/>
            <a:ext cx="8334374" cy="5734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1731415" name=""/>
          <p:cNvSpPr/>
          <p:nvPr/>
        </p:nvSpPr>
        <p:spPr bwMode="auto">
          <a:xfrm>
            <a:off x="2061369" y="1303204"/>
            <a:ext cx="8073581" cy="30254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Agents Working Together: Multi-Agent Systems</a:t>
            </a:r>
            <a:endParaRPr/>
          </a:p>
          <a:p>
            <a:pPr>
              <a:defRPr/>
            </a:pPr>
            <a:endParaRPr/>
          </a:p>
          <a:p>
            <a:pPr>
              <a:defRPr/>
            </a:pPr>
            <a:r>
              <a:rPr sz="1500" b="0" i="0" u="none">
                <a:solidFill>
                  <a:srgbClr val="000000"/>
                </a:solidFill>
                <a:latin typeface="Arial"/>
                <a:ea typeface="Arial"/>
                <a:cs typeface="Arial"/>
              </a:rPr>
              <a:t>While each agent type serves a distinct purpose, the true power often comes from combining them. </a:t>
            </a:r>
            <a:endParaRPr sz="1500" b="0" i="0" u="none">
              <a:solidFill>
                <a:srgbClr val="000000"/>
              </a:solidFill>
              <a:latin typeface="Arial"/>
              <a:ea typeface="Arial"/>
              <a:cs typeface="Arial"/>
            </a:endParaRPr>
          </a:p>
          <a:p>
            <a:pPr>
              <a:defRPr/>
            </a:pPr>
            <a:endParaRPr sz="1500" b="0" i="0" u="none">
              <a:solidFill>
                <a:srgbClr val="000000"/>
              </a:solidFill>
              <a:latin typeface="Arial"/>
              <a:ea typeface="Arial"/>
              <a:cs typeface="Arial"/>
            </a:endParaRPr>
          </a:p>
          <a:p>
            <a:pPr>
              <a:defRPr/>
            </a:pPr>
            <a:r>
              <a:rPr sz="1500" b="0" i="0" u="none">
                <a:solidFill>
                  <a:srgbClr val="000000"/>
                </a:solidFill>
                <a:latin typeface="Arial"/>
                <a:ea typeface="Arial"/>
                <a:cs typeface="Arial"/>
              </a:rPr>
              <a:t>Complex applications frequently employ</a:t>
            </a:r>
            <a:r>
              <a:rPr sz="1500" b="0" i="0" u="none">
                <a:solidFill>
                  <a:srgbClr val="000000"/>
                </a:solidFill>
                <a:latin typeface="Arial"/>
                <a:ea typeface="Arial"/>
                <a:cs typeface="Arial"/>
              </a:rPr>
              <a:t> </a:t>
            </a:r>
            <a:r>
              <a:rPr sz="1500" b="0" i="0" u="none">
                <a:solidFill>
                  <a:srgbClr val="000000"/>
                </a:solidFill>
                <a:latin typeface="Arial"/>
                <a:ea typeface="Arial"/>
                <a:cs typeface="Arial"/>
              </a:rPr>
              <a:t>where:</a:t>
            </a:r>
            <a:endParaRPr sz="1500" b="0" i="0" u="none">
              <a:solidFill>
                <a:srgbClr val="000000"/>
              </a:solidFill>
              <a:latin typeface="Arial"/>
              <a:ea typeface="Arial"/>
              <a:cs typeface="Arial"/>
            </a:endParaRPr>
          </a:p>
          <a:p>
            <a:pPr>
              <a:defRPr/>
            </a:pPr>
            <a:endParaRPr sz="1500" b="0" i="0" u="none">
              <a:solidFill>
                <a:srgbClr val="000000"/>
              </a:solidFill>
              <a:latin typeface="Arial"/>
              <a:ea typeface="Arial"/>
              <a:cs typeface="Arial"/>
            </a:endParaRPr>
          </a:p>
          <a:p>
            <a:pPr>
              <a:defRPr/>
            </a:pPr>
            <a:r>
              <a:rPr sz="1500" b="1" i="0" u="none">
                <a:solidFill>
                  <a:srgbClr val="000000"/>
                </a:solidFill>
                <a:latin typeface="Arial"/>
                <a:ea typeface="Arial"/>
                <a:cs typeface="Arial"/>
              </a:rPr>
              <a:t>LLM Agents</a:t>
            </a:r>
            <a:r>
              <a:rPr sz="1500" b="0" i="0" u="none">
                <a:solidFill>
                  <a:srgbClr val="000000"/>
                </a:solidFill>
                <a:latin typeface="Arial"/>
                <a:ea typeface="Arial"/>
                <a:cs typeface="Arial"/>
              </a:rPr>
              <a:t> </a:t>
            </a:r>
            <a:r>
              <a:rPr sz="1500" b="0" i="0" u="none">
                <a:solidFill>
                  <a:srgbClr val="000000"/>
                </a:solidFill>
                <a:latin typeface="Arial"/>
                <a:ea typeface="Arial"/>
                <a:cs typeface="Arial"/>
              </a:rPr>
              <a:t>handle intelligent, language-based task execution.</a:t>
            </a:r>
            <a:endParaRPr/>
          </a:p>
          <a:p>
            <a:pPr>
              <a:defRPr/>
            </a:pPr>
            <a:endParaRPr/>
          </a:p>
          <a:p>
            <a:pPr>
              <a:defRPr/>
            </a:pPr>
            <a:r>
              <a:rPr sz="1500" b="1" i="0" u="none">
                <a:solidFill>
                  <a:srgbClr val="000000"/>
                </a:solidFill>
                <a:latin typeface="Arial"/>
                <a:ea typeface="Arial"/>
                <a:cs typeface="Arial"/>
              </a:rPr>
              <a:t>Workflow Agents</a:t>
            </a:r>
            <a:r>
              <a:rPr sz="1500" b="0" i="0" u="none">
                <a:solidFill>
                  <a:srgbClr val="000000"/>
                </a:solidFill>
                <a:latin typeface="Arial"/>
                <a:ea typeface="Arial"/>
                <a:cs typeface="Arial"/>
              </a:rPr>
              <a:t> </a:t>
            </a:r>
            <a:r>
              <a:rPr sz="1500" b="0" i="0" u="none">
                <a:solidFill>
                  <a:srgbClr val="000000"/>
                </a:solidFill>
                <a:latin typeface="Arial"/>
                <a:ea typeface="Arial"/>
                <a:cs typeface="Arial"/>
              </a:rPr>
              <a:t>manage the overall process flow using standard patterns.</a:t>
            </a:r>
            <a:endParaRPr sz="1500" b="0" i="0" u="none">
              <a:solidFill>
                <a:srgbClr val="000000"/>
              </a:solidFill>
              <a:latin typeface="Arial"/>
              <a:ea typeface="Arial"/>
              <a:cs typeface="Arial"/>
            </a:endParaRPr>
          </a:p>
          <a:p>
            <a:pPr>
              <a:defRPr/>
            </a:pPr>
            <a:endParaRPr/>
          </a:p>
          <a:p>
            <a:pPr>
              <a:defRPr/>
            </a:pPr>
            <a:r>
              <a:rPr sz="1500" b="1" i="0" u="none">
                <a:solidFill>
                  <a:srgbClr val="000000"/>
                </a:solidFill>
                <a:latin typeface="Arial"/>
                <a:ea typeface="Arial"/>
                <a:cs typeface="Arial"/>
              </a:rPr>
              <a:t>Custom Agents</a:t>
            </a:r>
            <a:r>
              <a:rPr sz="1500" b="0" i="0" u="none">
                <a:solidFill>
                  <a:srgbClr val="000000"/>
                </a:solidFill>
                <a:latin typeface="Arial"/>
                <a:ea typeface="Arial"/>
                <a:cs typeface="Arial"/>
              </a:rPr>
              <a:t> </a:t>
            </a:r>
            <a:r>
              <a:rPr sz="1500" b="0" i="0" u="none">
                <a:solidFill>
                  <a:srgbClr val="000000"/>
                </a:solidFill>
                <a:latin typeface="Arial"/>
                <a:ea typeface="Arial"/>
                <a:cs typeface="Arial"/>
              </a:rPr>
              <a:t>provide specialized capabilities or rules needed for unique integrations.</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3150297" name=""/>
          <p:cNvSpPr/>
          <p:nvPr/>
        </p:nvSpPr>
        <p:spPr bwMode="auto">
          <a:xfrm>
            <a:off x="5245206" y="3246120"/>
            <a:ext cx="1701945"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LLM Agent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43563388" name=""/>
          <p:cNvPicPr>
            <a:picLocks noChangeAspect="1"/>
          </p:cNvPicPr>
          <p:nvPr/>
        </p:nvPicPr>
        <p:blipFill>
          <a:blip r:embed="rId3"/>
          <a:stretch/>
        </p:blipFill>
        <p:spPr bwMode="auto">
          <a:xfrm>
            <a:off x="2903737" y="1026480"/>
            <a:ext cx="6496049" cy="38576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10329077" name=""/>
          <p:cNvPicPr>
            <a:picLocks noChangeAspect="1"/>
          </p:cNvPicPr>
          <p:nvPr/>
        </p:nvPicPr>
        <p:blipFill>
          <a:blip r:embed="rId3"/>
          <a:stretch/>
        </p:blipFill>
        <p:spPr bwMode="auto">
          <a:xfrm flipH="0" flipV="0">
            <a:off x="1775533" y="638082"/>
            <a:ext cx="8363742" cy="49566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63940902" name=""/>
          <p:cNvPicPr>
            <a:picLocks noChangeAspect="1"/>
          </p:cNvPicPr>
          <p:nvPr/>
        </p:nvPicPr>
        <p:blipFill>
          <a:blip r:embed="rId3"/>
          <a:stretch/>
        </p:blipFill>
        <p:spPr bwMode="auto">
          <a:xfrm>
            <a:off x="2293398" y="1676399"/>
            <a:ext cx="8077199" cy="1676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43419390" name=""/>
          <p:cNvPicPr>
            <a:picLocks noChangeAspect="1"/>
          </p:cNvPicPr>
          <p:nvPr/>
        </p:nvPicPr>
        <p:blipFill>
          <a:blip r:embed="rId3"/>
          <a:stretch/>
        </p:blipFill>
        <p:spPr bwMode="auto">
          <a:xfrm>
            <a:off x="2598567" y="1233486"/>
            <a:ext cx="7191374" cy="246697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8536594" name=""/>
          <p:cNvPicPr>
            <a:picLocks noChangeAspect="1"/>
          </p:cNvPicPr>
          <p:nvPr/>
        </p:nvPicPr>
        <p:blipFill>
          <a:blip r:embed="rId3"/>
          <a:stretch/>
        </p:blipFill>
        <p:spPr bwMode="auto">
          <a:xfrm flipH="0" flipV="0">
            <a:off x="2728033" y="1969732"/>
            <a:ext cx="6933037" cy="155359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2482138" name=""/>
          <p:cNvPicPr>
            <a:picLocks noChangeAspect="1"/>
          </p:cNvPicPr>
          <p:nvPr/>
        </p:nvPicPr>
        <p:blipFill>
          <a:blip r:embed="rId3"/>
          <a:stretch/>
        </p:blipFill>
        <p:spPr bwMode="auto">
          <a:xfrm>
            <a:off x="2348883" y="1507354"/>
            <a:ext cx="7315200" cy="25050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31324833" name=""/>
          <p:cNvPicPr>
            <a:picLocks noChangeAspect="1"/>
          </p:cNvPicPr>
          <p:nvPr/>
        </p:nvPicPr>
        <p:blipFill>
          <a:blip r:embed="rId3"/>
          <a:stretch/>
        </p:blipFill>
        <p:spPr bwMode="auto">
          <a:xfrm>
            <a:off x="2367377" y="1562839"/>
            <a:ext cx="8058150" cy="3419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8741414" name=""/>
          <p:cNvPicPr>
            <a:picLocks noChangeAspect="1"/>
          </p:cNvPicPr>
          <p:nvPr/>
        </p:nvPicPr>
        <p:blipFill>
          <a:blip r:embed="rId3"/>
          <a:stretch/>
        </p:blipFill>
        <p:spPr bwMode="auto">
          <a:xfrm>
            <a:off x="2210169" y="57150"/>
            <a:ext cx="7343775" cy="6743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9842424" name=""/>
          <p:cNvPicPr>
            <a:picLocks noChangeAspect="1"/>
          </p:cNvPicPr>
          <p:nvPr/>
        </p:nvPicPr>
        <p:blipFill>
          <a:blip r:embed="rId3"/>
          <a:stretch/>
        </p:blipFill>
        <p:spPr bwMode="auto">
          <a:xfrm>
            <a:off x="1914247" y="1248422"/>
            <a:ext cx="8153399" cy="3419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3041988" name=""/>
          <p:cNvSpPr/>
          <p:nvPr/>
        </p:nvSpPr>
        <p:spPr bwMode="auto">
          <a:xfrm>
            <a:off x="4230443" y="3288029"/>
            <a:ext cx="3731472"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Advanced Configuration &amp; Control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7955905" name=""/>
          <p:cNvPicPr>
            <a:picLocks noChangeAspect="1"/>
          </p:cNvPicPr>
          <p:nvPr/>
        </p:nvPicPr>
        <p:blipFill>
          <a:blip r:embed="rId3"/>
          <a:stretch/>
        </p:blipFill>
        <p:spPr bwMode="auto">
          <a:xfrm flipH="0" flipV="0">
            <a:off x="195724" y="231189"/>
            <a:ext cx="7666171" cy="4216893"/>
          </a:xfrm>
          <a:prstGeom prst="rect">
            <a:avLst/>
          </a:prstGeom>
        </p:spPr>
      </p:pic>
      <p:pic>
        <p:nvPicPr>
          <p:cNvPr id="1594656536" name=""/>
          <p:cNvPicPr>
            <a:picLocks noChangeAspect="1"/>
          </p:cNvPicPr>
          <p:nvPr/>
        </p:nvPicPr>
        <p:blipFill>
          <a:blip r:embed="rId4"/>
          <a:stretch/>
        </p:blipFill>
        <p:spPr bwMode="auto">
          <a:xfrm flipH="0" flipV="0">
            <a:off x="6723912" y="4583929"/>
            <a:ext cx="5336586" cy="1972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38522061" name=""/>
          <p:cNvPicPr>
            <a:picLocks noChangeAspect="1"/>
          </p:cNvPicPr>
          <p:nvPr/>
        </p:nvPicPr>
        <p:blipFill>
          <a:blip r:embed="rId3"/>
          <a:stretch/>
        </p:blipFill>
        <p:spPr bwMode="auto">
          <a:xfrm>
            <a:off x="1923495" y="480872"/>
            <a:ext cx="7410449" cy="56292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8393660" name=""/>
          <p:cNvSpPr txBox="1"/>
          <p:nvPr/>
        </p:nvSpPr>
        <p:spPr bwMode="auto">
          <a:xfrm rot="0" flipH="0" flipV="0">
            <a:off x="676019" y="1188720"/>
            <a:ext cx="10816172" cy="36579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from pydantic import BaseModel, Field</a:t>
            </a:r>
            <a:endParaRPr/>
          </a:p>
          <a:p>
            <a:pPr algn="l">
              <a:defRPr/>
            </a:pPr>
            <a:endParaRPr/>
          </a:p>
          <a:p>
            <a:pPr algn="l">
              <a:defRPr/>
            </a:pPr>
            <a:r>
              <a:rPr/>
              <a:t>class </a:t>
            </a:r>
            <a:r>
              <a:rPr>
                <a:solidFill>
                  <a:srgbClr val="7030A0"/>
                </a:solidFill>
              </a:rPr>
              <a:t>CapitalOutput</a:t>
            </a:r>
            <a:r>
              <a:rPr/>
              <a:t>(BaseModel):</a:t>
            </a:r>
            <a:endParaRPr/>
          </a:p>
          <a:p>
            <a:pPr algn="l">
              <a:defRPr/>
            </a:pPr>
            <a:r>
              <a:rPr/>
              <a:t>    capital: str = Field(description="The capital of the country.")</a:t>
            </a:r>
            <a:endParaRPr/>
          </a:p>
          <a:p>
            <a:pPr algn="l">
              <a:defRPr/>
            </a:pPr>
            <a:endParaRPr/>
          </a:p>
          <a:p>
            <a:pPr algn="l">
              <a:defRPr/>
            </a:pPr>
            <a:r>
              <a:rPr/>
              <a:t>structured_capital_agent = LlmAgent(</a:t>
            </a:r>
            <a:endParaRPr/>
          </a:p>
          <a:p>
            <a:pPr algn="l">
              <a:defRPr/>
            </a:pPr>
            <a:r>
              <a:rPr>
                <a:solidFill>
                  <a:schemeClr val="accent2">
                    <a:lumMod val="60000"/>
                    <a:lumOff val="40000"/>
                  </a:schemeClr>
                </a:solidFill>
              </a:rPr>
              <a:t>    # ... name, model, description</a:t>
            </a:r>
            <a:endParaRPr>
              <a:solidFill>
                <a:schemeClr val="accent2">
                  <a:lumMod val="60000"/>
                  <a:lumOff val="40000"/>
                </a:schemeClr>
              </a:solidFill>
            </a:endParaRPr>
          </a:p>
          <a:p>
            <a:pPr algn="l">
              <a:defRPr/>
            </a:pPr>
            <a:r>
              <a:rPr>
                <a:solidFill>
                  <a:srgbClr val="FF0000"/>
                </a:solidFill>
              </a:rPr>
              <a:t>    instruction="""You are a Capital Information Agent. Given a country, respond ONLY with a JSON object containing the capital. Format: {"capital": "capital_name"}""",</a:t>
            </a:r>
            <a:endParaRPr>
              <a:solidFill>
                <a:srgbClr val="FF0000"/>
              </a:solidFill>
            </a:endParaRPr>
          </a:p>
          <a:p>
            <a:pPr algn="l">
              <a:defRPr/>
            </a:pPr>
            <a:r>
              <a:rPr/>
              <a:t>    output_schema=CapitalOutput, 			</a:t>
            </a:r>
            <a:r>
              <a:rPr>
                <a:solidFill>
                  <a:schemeClr val="accent2">
                    <a:lumMod val="60000"/>
                    <a:lumOff val="40000"/>
                  </a:schemeClr>
                </a:solidFill>
              </a:rPr>
              <a:t># Enforce JSON output</a:t>
            </a:r>
            <a:endParaRPr>
              <a:solidFill>
                <a:schemeClr val="accent2">
                  <a:lumMod val="60000"/>
                  <a:lumOff val="40000"/>
                </a:schemeClr>
              </a:solidFill>
            </a:endParaRPr>
          </a:p>
          <a:p>
            <a:pPr algn="l">
              <a:defRPr/>
            </a:pPr>
            <a:r>
              <a:rPr/>
              <a:t>    output_key="found_capital"  			</a:t>
            </a:r>
            <a:r>
              <a:rPr>
                <a:solidFill>
                  <a:schemeClr val="accent2">
                    <a:lumMod val="60000"/>
                    <a:lumOff val="40000"/>
                  </a:schemeClr>
                </a:solidFill>
              </a:rPr>
              <a:t># Store result in state['found_capital']</a:t>
            </a:r>
            <a:endParaRPr>
              <a:solidFill>
                <a:schemeClr val="accent2">
                  <a:lumMod val="60000"/>
                  <a:lumOff val="40000"/>
                </a:schemeClr>
              </a:solidFill>
            </a:endParaRPr>
          </a:p>
          <a:p>
            <a:pPr algn="l">
              <a:defRPr/>
            </a:pPr>
            <a:r>
              <a:rPr>
                <a:solidFill>
                  <a:schemeClr val="accent2">
                    <a:lumMod val="60000"/>
                    <a:lumOff val="40000"/>
                  </a:schemeClr>
                </a:solidFill>
              </a:rPr>
              <a:t>    # Cannot use tools=[get_capital_city] effectively here</a:t>
            </a:r>
            <a:endParaRPr>
              <a:solidFill>
                <a:schemeClr val="accent2">
                  <a:lumMod val="60000"/>
                  <a:lumOff val="40000"/>
                </a:schemeClr>
              </a:solidFill>
            </a:endParaRPr>
          </a:p>
          <a:p>
            <a:pPr algn="l">
              <a:defRPr/>
            </a:pPr>
            <a:r>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72919637" name=""/>
          <p:cNvPicPr>
            <a:picLocks noChangeAspect="1"/>
          </p:cNvPicPr>
          <p:nvPr/>
        </p:nvPicPr>
        <p:blipFill>
          <a:blip r:embed="rId3"/>
          <a:stretch/>
        </p:blipFill>
        <p:spPr bwMode="auto">
          <a:xfrm>
            <a:off x="2210169" y="593971"/>
            <a:ext cx="7334249" cy="3038473"/>
          </a:xfrm>
          <a:prstGeom prst="rect">
            <a:avLst/>
          </a:prstGeom>
        </p:spPr>
      </p:pic>
      <p:pic>
        <p:nvPicPr>
          <p:cNvPr id="984995678" name=""/>
          <p:cNvPicPr>
            <a:picLocks noChangeAspect="1"/>
          </p:cNvPicPr>
          <p:nvPr/>
        </p:nvPicPr>
        <p:blipFill>
          <a:blip r:embed="rId4"/>
          <a:stretch/>
        </p:blipFill>
        <p:spPr bwMode="auto">
          <a:xfrm>
            <a:off x="3874732" y="3976455"/>
            <a:ext cx="3038473" cy="1019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8517005" name=""/>
          <p:cNvSpPr/>
          <p:nvPr/>
        </p:nvSpPr>
        <p:spPr bwMode="auto">
          <a:xfrm>
            <a:off x="5646926" y="3314700"/>
            <a:ext cx="898867"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1" i="0" u="none" spc="-14">
                <a:solidFill>
                  <a:srgbClr val="000000"/>
                </a:solidFill>
                <a:latin typeface="Arial"/>
                <a:ea typeface="Arial"/>
                <a:cs typeface="Arial"/>
              </a:rPr>
              <a:t>Planner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5065173" name=""/>
          <p:cNvPicPr>
            <a:picLocks noChangeAspect="1"/>
          </p:cNvPicPr>
          <p:nvPr/>
        </p:nvPicPr>
        <p:blipFill>
          <a:blip r:embed="rId3"/>
          <a:stretch/>
        </p:blipFill>
        <p:spPr bwMode="auto">
          <a:xfrm>
            <a:off x="-46237" y="-9247"/>
            <a:ext cx="7419974" cy="4476749"/>
          </a:xfrm>
          <a:prstGeom prst="rect">
            <a:avLst/>
          </a:prstGeom>
        </p:spPr>
      </p:pic>
      <p:pic>
        <p:nvPicPr>
          <p:cNvPr id="1060410660" name=""/>
          <p:cNvPicPr>
            <a:picLocks noChangeAspect="1"/>
          </p:cNvPicPr>
          <p:nvPr/>
        </p:nvPicPr>
        <p:blipFill>
          <a:blip r:embed="rId4"/>
          <a:stretch/>
        </p:blipFill>
        <p:spPr bwMode="auto">
          <a:xfrm flipH="0" flipV="0">
            <a:off x="7490533" y="3933328"/>
            <a:ext cx="4208591" cy="29024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0735513" name=""/>
          <p:cNvPicPr>
            <a:picLocks noChangeAspect="1"/>
          </p:cNvPicPr>
          <p:nvPr/>
        </p:nvPicPr>
        <p:blipFill>
          <a:blip r:embed="rId3"/>
          <a:stretch/>
        </p:blipFill>
        <p:spPr bwMode="auto">
          <a:xfrm>
            <a:off x="27742" y="-64732"/>
            <a:ext cx="6800850" cy="6038849"/>
          </a:xfrm>
          <a:prstGeom prst="rect">
            <a:avLst/>
          </a:prstGeom>
        </p:spPr>
      </p:pic>
      <p:pic>
        <p:nvPicPr>
          <p:cNvPr id="101030074" name=""/>
          <p:cNvPicPr>
            <a:picLocks noChangeAspect="1"/>
          </p:cNvPicPr>
          <p:nvPr/>
        </p:nvPicPr>
        <p:blipFill>
          <a:blip r:embed="rId4"/>
          <a:stretch/>
        </p:blipFill>
        <p:spPr bwMode="auto">
          <a:xfrm>
            <a:off x="6828592" y="2490787"/>
            <a:ext cx="4905374" cy="18764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6196047" name=""/>
          <p:cNvPicPr>
            <a:picLocks noChangeAspect="1"/>
          </p:cNvPicPr>
          <p:nvPr/>
        </p:nvPicPr>
        <p:blipFill>
          <a:blip r:embed="rId3"/>
          <a:stretch/>
        </p:blipFill>
        <p:spPr bwMode="auto">
          <a:xfrm>
            <a:off x="2228664" y="271462"/>
            <a:ext cx="7467599" cy="63150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4417604" name=""/>
          <p:cNvPicPr>
            <a:picLocks noChangeAspect="1"/>
          </p:cNvPicPr>
          <p:nvPr/>
        </p:nvPicPr>
        <p:blipFill>
          <a:blip r:embed="rId3"/>
          <a:stretch/>
        </p:blipFill>
        <p:spPr bwMode="auto">
          <a:xfrm>
            <a:off x="2496844" y="1137451"/>
            <a:ext cx="8029575" cy="34766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3141319" name=""/>
          <p:cNvSpPr/>
          <p:nvPr/>
        </p:nvSpPr>
        <p:spPr bwMode="auto">
          <a:xfrm>
            <a:off x="5309433" y="3314700"/>
            <a:ext cx="1573493"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Code Execution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93847146" name=""/>
          <p:cNvPicPr>
            <a:picLocks noChangeAspect="1"/>
          </p:cNvPicPr>
          <p:nvPr/>
        </p:nvPicPr>
        <p:blipFill>
          <a:blip r:embed="rId3"/>
          <a:stretch/>
        </p:blipFill>
        <p:spPr bwMode="auto">
          <a:xfrm>
            <a:off x="2256407" y="823033"/>
            <a:ext cx="7200900" cy="2990849"/>
          </a:xfrm>
          <a:prstGeom prst="rect">
            <a:avLst/>
          </a:prstGeom>
        </p:spPr>
      </p:pic>
      <p:sp>
        <p:nvSpPr>
          <p:cNvPr id="379989972" name=""/>
          <p:cNvSpPr txBox="1"/>
          <p:nvPr/>
        </p:nvSpPr>
        <p:spPr bwMode="auto">
          <a:xfrm rot="0" flipH="0" flipV="0">
            <a:off x="7916868" y="4549805"/>
            <a:ext cx="3348813"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4" tooltip="llm_agent"/>
              </a:rPr>
              <a:t>File reference - LLMagent</a:t>
            </a:r>
            <a:r>
              <a:rPr/>
              <a:t> All</a:t>
            </a:r>
            <a:endParaRPr/>
          </a:p>
        </p:txBody>
      </p:sp>
      <p:sp>
        <p:nvSpPr>
          <p:cNvPr id="468776004" name=""/>
          <p:cNvSpPr txBox="1"/>
          <p:nvPr/>
        </p:nvSpPr>
        <p:spPr bwMode="auto">
          <a:xfrm rot="0" flipH="0" flipV="0">
            <a:off x="1545291" y="4522061"/>
            <a:ext cx="298275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5" tooltip="Code_Executor"/>
              </a:rPr>
              <a:t>Code executor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266268" name=""/>
          <p:cNvSpPr/>
          <p:nvPr/>
        </p:nvSpPr>
        <p:spPr bwMode="auto">
          <a:xfrm>
            <a:off x="4848053" y="3246120"/>
            <a:ext cx="2496252"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Workflow Agents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56836166" name=""/>
          <p:cNvPicPr>
            <a:picLocks noChangeAspect="1"/>
          </p:cNvPicPr>
          <p:nvPr/>
        </p:nvPicPr>
        <p:blipFill>
          <a:blip r:embed="rId3"/>
          <a:stretch/>
        </p:blipFill>
        <p:spPr bwMode="auto">
          <a:xfrm>
            <a:off x="2348883" y="601092"/>
            <a:ext cx="7210424" cy="40576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51654640" name=""/>
          <p:cNvPicPr>
            <a:picLocks noChangeAspect="1"/>
          </p:cNvPicPr>
          <p:nvPr/>
        </p:nvPicPr>
        <p:blipFill>
          <a:blip r:embed="rId3"/>
          <a:stretch/>
        </p:blipFill>
        <p:spPr bwMode="auto">
          <a:xfrm>
            <a:off x="2617432" y="860024"/>
            <a:ext cx="7086600" cy="32670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6030788" name=""/>
          <p:cNvSpPr/>
          <p:nvPr/>
        </p:nvSpPr>
        <p:spPr bwMode="auto">
          <a:xfrm>
            <a:off x="4774304" y="3246120"/>
            <a:ext cx="2643751"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Sequential agents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81047869" name=""/>
          <p:cNvPicPr>
            <a:picLocks noChangeAspect="1"/>
          </p:cNvPicPr>
          <p:nvPr/>
        </p:nvPicPr>
        <p:blipFill>
          <a:blip r:embed="rId3"/>
          <a:stretch/>
        </p:blipFill>
        <p:spPr bwMode="auto">
          <a:xfrm>
            <a:off x="2968470" y="434635"/>
            <a:ext cx="5724524" cy="43624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76407041" name=""/>
          <p:cNvPicPr>
            <a:picLocks noChangeAspect="1"/>
          </p:cNvPicPr>
          <p:nvPr/>
        </p:nvPicPr>
        <p:blipFill>
          <a:blip r:embed="rId3"/>
          <a:stretch/>
        </p:blipFill>
        <p:spPr bwMode="auto">
          <a:xfrm>
            <a:off x="2496320" y="869271"/>
            <a:ext cx="7153274" cy="2305049"/>
          </a:xfrm>
          <a:prstGeom prst="rect">
            <a:avLst/>
          </a:prstGeom>
        </p:spPr>
      </p:pic>
      <p:pic>
        <p:nvPicPr>
          <p:cNvPr id="1215327559" name=""/>
          <p:cNvPicPr>
            <a:picLocks noChangeAspect="1"/>
          </p:cNvPicPr>
          <p:nvPr/>
        </p:nvPicPr>
        <p:blipFill>
          <a:blip r:embed="rId4"/>
          <a:stretch/>
        </p:blipFill>
        <p:spPr bwMode="auto">
          <a:xfrm flipH="0" flipV="0">
            <a:off x="2434346" y="3428999"/>
            <a:ext cx="7323306" cy="252458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20280037" name=""/>
          <p:cNvPicPr>
            <a:picLocks noChangeAspect="1"/>
          </p:cNvPicPr>
          <p:nvPr/>
        </p:nvPicPr>
        <p:blipFill>
          <a:blip r:embed="rId3"/>
          <a:stretch/>
        </p:blipFill>
        <p:spPr bwMode="auto">
          <a:xfrm>
            <a:off x="378125" y="36990"/>
            <a:ext cx="6877049" cy="4952999"/>
          </a:xfrm>
          <a:prstGeom prst="rect">
            <a:avLst/>
          </a:prstGeom>
        </p:spPr>
      </p:pic>
      <p:sp>
        <p:nvSpPr>
          <p:cNvPr id="665544676" name=""/>
          <p:cNvSpPr txBox="1"/>
          <p:nvPr/>
        </p:nvSpPr>
        <p:spPr bwMode="auto">
          <a:xfrm rot="0" flipH="0" flipV="0">
            <a:off x="981189" y="5385754"/>
            <a:ext cx="9868600"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SequentialAgent(sub_agents=[CodeWriterAgent, CodeReviewerAgent, CodeRefactorerAgent])</a:t>
            </a:r>
            <a:endParaRPr/>
          </a:p>
        </p:txBody>
      </p:sp>
      <p:sp>
        <p:nvSpPr>
          <p:cNvPr id="2119876951" name=""/>
          <p:cNvSpPr/>
          <p:nvPr/>
        </p:nvSpPr>
        <p:spPr bwMode="auto">
          <a:xfrm>
            <a:off x="1880543" y="5918330"/>
            <a:ext cx="8070611" cy="77760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This ensures the code is written,</a:t>
            </a:r>
            <a:r>
              <a:rPr sz="1500" b="0" i="0" u="none">
                <a:solidFill>
                  <a:srgbClr val="000000"/>
                </a:solidFill>
                <a:latin typeface="Arial"/>
                <a:ea typeface="Arial"/>
                <a:cs typeface="Arial"/>
              </a:rPr>
              <a:t> </a:t>
            </a:r>
            <a:r>
              <a:rPr sz="1500" b="0" i="1" u="none">
                <a:solidFill>
                  <a:srgbClr val="000000"/>
                </a:solidFill>
                <a:latin typeface="Arial"/>
                <a:ea typeface="Arial"/>
                <a:cs typeface="Arial"/>
              </a:rPr>
              <a:t>then</a:t>
            </a:r>
            <a:r>
              <a:rPr sz="1500" b="0" i="0" u="none">
                <a:solidFill>
                  <a:srgbClr val="000000"/>
                </a:solidFill>
                <a:latin typeface="Arial"/>
                <a:ea typeface="Arial"/>
                <a:cs typeface="Arial"/>
              </a:rPr>
              <a:t> </a:t>
            </a:r>
            <a:r>
              <a:rPr sz="1500" b="0" i="0" u="none">
                <a:solidFill>
                  <a:srgbClr val="000000"/>
                </a:solidFill>
                <a:latin typeface="Arial"/>
                <a:ea typeface="Arial"/>
                <a:cs typeface="Arial"/>
              </a:rPr>
              <a:t>reviewed, and</a:t>
            </a:r>
            <a:r>
              <a:rPr sz="1500" b="0" i="0" u="none">
                <a:solidFill>
                  <a:srgbClr val="000000"/>
                </a:solidFill>
                <a:latin typeface="Arial"/>
                <a:ea typeface="Arial"/>
                <a:cs typeface="Arial"/>
              </a:rPr>
              <a:t> </a:t>
            </a:r>
            <a:r>
              <a:rPr sz="1500" b="0" i="1" u="none">
                <a:solidFill>
                  <a:srgbClr val="000000"/>
                </a:solidFill>
                <a:latin typeface="Arial"/>
                <a:ea typeface="Arial"/>
                <a:cs typeface="Arial"/>
              </a:rPr>
              <a:t>finally</a:t>
            </a:r>
            <a:r>
              <a:rPr sz="1500" b="0" i="0" u="none">
                <a:solidFill>
                  <a:srgbClr val="000000"/>
                </a:solidFill>
                <a:latin typeface="Arial"/>
                <a:ea typeface="Arial"/>
                <a:cs typeface="Arial"/>
              </a:rPr>
              <a:t> </a:t>
            </a:r>
            <a:r>
              <a:rPr sz="1500" b="0" i="0" u="none">
                <a:solidFill>
                  <a:srgbClr val="000000"/>
                </a:solidFill>
                <a:latin typeface="Arial"/>
                <a:ea typeface="Arial"/>
                <a:cs typeface="Arial"/>
              </a:rPr>
              <a:t>refactored, in a strict, dependable order.</a:t>
            </a:r>
            <a:r>
              <a:rPr sz="1500" b="0" i="0" u="none">
                <a:solidFill>
                  <a:srgbClr val="000000"/>
                </a:solidFill>
                <a:latin typeface="Arial"/>
                <a:ea typeface="Arial"/>
                <a:cs typeface="Arial"/>
              </a:rPr>
              <a:t> </a:t>
            </a:r>
            <a:r>
              <a:rPr sz="1500" b="1" i="0" u="none">
                <a:solidFill>
                  <a:srgbClr val="000000"/>
                </a:solidFill>
                <a:latin typeface="Arial"/>
                <a:ea typeface="Arial"/>
                <a:cs typeface="Arial"/>
              </a:rPr>
              <a:t>The output from each sub-agent is passed to the next by storing them in state via</a:t>
            </a:r>
            <a:r>
              <a:rPr sz="1500" b="1" i="0" u="none">
                <a:solidFill>
                  <a:srgbClr val="000000"/>
                </a:solidFill>
                <a:latin typeface="Arial"/>
                <a:ea typeface="Arial"/>
                <a:cs typeface="Arial"/>
              </a:rPr>
              <a:t> </a:t>
            </a:r>
            <a:r>
              <a:rPr sz="1500" b="0" i="0" u="none">
                <a:solidFill>
                  <a:srgbClr val="000000"/>
                </a:solidFill>
                <a:latin typeface="Arial"/>
                <a:ea typeface="Arial"/>
                <a:cs typeface="Arial"/>
              </a:rPr>
              <a:t>.</a:t>
            </a:r>
            <a:endParaRPr/>
          </a:p>
        </p:txBody>
      </p:sp>
      <p:sp>
        <p:nvSpPr>
          <p:cNvPr id="2019262309" name=""/>
          <p:cNvSpPr txBox="1"/>
          <p:nvPr/>
        </p:nvSpPr>
        <p:spPr bwMode="auto">
          <a:xfrm rot="0" flipH="0" flipV="0">
            <a:off x="8305265" y="3236649"/>
            <a:ext cx="2677227"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4" tooltip="Subagent"/>
              </a:rPr>
              <a:t>subagent.py</a:t>
            </a:r>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07504709" name=""/>
          <p:cNvSpPr/>
          <p:nvPr/>
        </p:nvSpPr>
        <p:spPr bwMode="auto">
          <a:xfrm>
            <a:off x="5146381" y="3246120"/>
            <a:ext cx="1899596"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Loop agents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48860605" name=""/>
          <p:cNvPicPr>
            <a:picLocks noChangeAspect="1"/>
          </p:cNvPicPr>
          <p:nvPr/>
        </p:nvPicPr>
        <p:blipFill>
          <a:blip r:embed="rId3"/>
          <a:stretch/>
        </p:blipFill>
        <p:spPr bwMode="auto">
          <a:xfrm>
            <a:off x="2290161" y="221941"/>
            <a:ext cx="7334249" cy="48672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5260625" name=""/>
          <p:cNvPicPr>
            <a:picLocks noChangeAspect="1"/>
          </p:cNvPicPr>
          <p:nvPr/>
        </p:nvPicPr>
        <p:blipFill>
          <a:blip r:embed="rId3"/>
          <a:stretch/>
        </p:blipFill>
        <p:spPr bwMode="auto">
          <a:xfrm>
            <a:off x="0" y="767548"/>
            <a:ext cx="7439024" cy="4543425"/>
          </a:xfrm>
          <a:prstGeom prst="rect">
            <a:avLst/>
          </a:prstGeom>
        </p:spPr>
      </p:pic>
      <p:pic>
        <p:nvPicPr>
          <p:cNvPr id="1665816869" name=""/>
          <p:cNvPicPr>
            <a:picLocks noChangeAspect="1"/>
          </p:cNvPicPr>
          <p:nvPr/>
        </p:nvPicPr>
        <p:blipFill>
          <a:blip r:embed="rId4"/>
          <a:stretch/>
        </p:blipFill>
        <p:spPr bwMode="auto">
          <a:xfrm flipH="0" flipV="0">
            <a:off x="5503252" y="101723"/>
            <a:ext cx="6657698" cy="364354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9700292" name=""/>
          <p:cNvPicPr>
            <a:picLocks noChangeAspect="1"/>
          </p:cNvPicPr>
          <p:nvPr/>
        </p:nvPicPr>
        <p:blipFill>
          <a:blip r:embed="rId3"/>
          <a:stretch/>
        </p:blipFill>
        <p:spPr bwMode="auto">
          <a:xfrm>
            <a:off x="804538" y="776795"/>
            <a:ext cx="7143750" cy="4657725"/>
          </a:xfrm>
          <a:prstGeom prst="rect">
            <a:avLst/>
          </a:prstGeom>
        </p:spPr>
      </p:pic>
      <p:sp>
        <p:nvSpPr>
          <p:cNvPr id="1216802928" name=""/>
          <p:cNvSpPr txBox="1"/>
          <p:nvPr/>
        </p:nvSpPr>
        <p:spPr bwMode="auto">
          <a:xfrm rot="0" flipH="0" flipV="0">
            <a:off x="8619683" y="2452963"/>
            <a:ext cx="1421357" cy="9147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4" tooltip="loopagent"/>
              </a:rPr>
              <a:t>Ref -LoopAgent</a:t>
            </a:r>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79522492" name=""/>
          <p:cNvSpPr/>
          <p:nvPr/>
        </p:nvSpPr>
        <p:spPr bwMode="auto">
          <a:xfrm>
            <a:off x="4983261" y="3246120"/>
            <a:ext cx="2225833"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Parallel agents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6411769" name=""/>
          <p:cNvPicPr>
            <a:picLocks noChangeAspect="1"/>
          </p:cNvPicPr>
          <p:nvPr/>
        </p:nvPicPr>
        <p:blipFill>
          <a:blip r:embed="rId3"/>
          <a:stretch/>
        </p:blipFill>
        <p:spPr bwMode="auto">
          <a:xfrm>
            <a:off x="2247159" y="554854"/>
            <a:ext cx="7343775" cy="43529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98898822" name=""/>
          <p:cNvPicPr>
            <a:picLocks noChangeAspect="1"/>
          </p:cNvPicPr>
          <p:nvPr/>
        </p:nvPicPr>
        <p:blipFill>
          <a:blip r:embed="rId3"/>
          <a:stretch/>
        </p:blipFill>
        <p:spPr bwMode="auto">
          <a:xfrm>
            <a:off x="2302645" y="490121"/>
            <a:ext cx="7258050" cy="56006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08242826" name=""/>
          <p:cNvPicPr>
            <a:picLocks noChangeAspect="1"/>
          </p:cNvPicPr>
          <p:nvPr/>
        </p:nvPicPr>
        <p:blipFill>
          <a:blip r:embed="rId3"/>
          <a:stretch/>
        </p:blipFill>
        <p:spPr bwMode="auto">
          <a:xfrm>
            <a:off x="73980" y="573349"/>
            <a:ext cx="7219949" cy="5143500"/>
          </a:xfrm>
          <a:prstGeom prst="rect">
            <a:avLst/>
          </a:prstGeom>
        </p:spPr>
      </p:pic>
      <p:pic>
        <p:nvPicPr>
          <p:cNvPr id="601584690" name=""/>
          <p:cNvPicPr>
            <a:picLocks noChangeAspect="1"/>
          </p:cNvPicPr>
          <p:nvPr/>
        </p:nvPicPr>
        <p:blipFill>
          <a:blip r:embed="rId4"/>
          <a:stretch/>
        </p:blipFill>
        <p:spPr bwMode="auto">
          <a:xfrm flipH="0" flipV="0">
            <a:off x="6205741" y="507063"/>
            <a:ext cx="5826296" cy="272126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65653338" name=""/>
          <p:cNvPicPr>
            <a:picLocks noChangeAspect="1"/>
          </p:cNvPicPr>
          <p:nvPr/>
        </p:nvPicPr>
        <p:blipFill>
          <a:blip r:embed="rId3"/>
          <a:stretch/>
        </p:blipFill>
        <p:spPr bwMode="auto">
          <a:xfrm>
            <a:off x="332912" y="500062"/>
            <a:ext cx="7010399" cy="5857875"/>
          </a:xfrm>
          <a:prstGeom prst="rect">
            <a:avLst/>
          </a:prstGeom>
        </p:spPr>
      </p:pic>
      <p:sp>
        <p:nvSpPr>
          <p:cNvPr id="1922624727" name=""/>
          <p:cNvSpPr txBox="1"/>
          <p:nvPr/>
        </p:nvSpPr>
        <p:spPr bwMode="auto">
          <a:xfrm rot="0" flipH="0" flipV="0">
            <a:off x="6714684" y="1664561"/>
            <a:ext cx="2097870"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ref - </a:t>
            </a:r>
            <a:r>
              <a:rPr u="sng">
                <a:hlinkClick r:id="rId4" tooltip="parallel.py"/>
              </a:rPr>
              <a:t>parallel.py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6745719" name=""/>
          <p:cNvSpPr/>
          <p:nvPr/>
        </p:nvSpPr>
        <p:spPr bwMode="auto">
          <a:xfrm>
            <a:off x="4963396" y="3246120"/>
            <a:ext cx="2265566"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Custom agents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0399304" name=""/>
          <p:cNvSpPr/>
          <p:nvPr/>
        </p:nvSpPr>
        <p:spPr bwMode="auto">
          <a:xfrm>
            <a:off x="1871143" y="1843596"/>
            <a:ext cx="8191859" cy="15091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Custom agents provide the ultimate flexibility in ADK, allowing you to define</a:t>
            </a:r>
            <a:r>
              <a:rPr sz="1500" b="0" i="0" u="none">
                <a:solidFill>
                  <a:srgbClr val="000000"/>
                </a:solidFill>
                <a:latin typeface="Arial"/>
                <a:ea typeface="Arial"/>
                <a:cs typeface="Arial"/>
              </a:rPr>
              <a:t> </a:t>
            </a:r>
            <a:r>
              <a:rPr sz="1500" b="1" i="0" u="none">
                <a:solidFill>
                  <a:srgbClr val="000000"/>
                </a:solidFill>
                <a:latin typeface="Arial"/>
                <a:ea typeface="Arial"/>
                <a:cs typeface="Arial"/>
              </a:rPr>
              <a:t>arbitrary orchestration logic</a:t>
            </a:r>
            <a:r>
              <a:rPr sz="1500" b="0" i="0" u="none">
                <a:solidFill>
                  <a:srgbClr val="000000"/>
                </a:solidFill>
                <a:latin typeface="Arial"/>
                <a:ea typeface="Arial"/>
                <a:cs typeface="Arial"/>
              </a:rPr>
              <a:t> </a:t>
            </a:r>
            <a:r>
              <a:rPr sz="1500" b="0" i="0" u="none">
                <a:solidFill>
                  <a:srgbClr val="000000"/>
                </a:solidFill>
                <a:latin typeface="Arial"/>
                <a:ea typeface="Arial"/>
                <a:cs typeface="Arial"/>
              </a:rPr>
              <a:t>by inheriting directly from</a:t>
            </a:r>
            <a:r>
              <a:rPr sz="1500" b="0" i="0" u="none">
                <a:solidFill>
                  <a:srgbClr val="000000"/>
                </a:solidFill>
                <a:latin typeface="Arial"/>
                <a:ea typeface="Arial"/>
                <a:cs typeface="Arial"/>
              </a:rPr>
              <a:t> </a:t>
            </a:r>
            <a:r>
              <a:rPr sz="1000" b="0" i="0" u="none">
                <a:solidFill>
                  <a:srgbClr val="36464E"/>
                </a:solidFill>
                <a:latin typeface="Arial"/>
                <a:ea typeface="Arial"/>
                <a:cs typeface="Arial"/>
              </a:rPr>
              <a:t>BaseAgent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 implementing your own control flow.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This goes beyond the predefined patterns of</a:t>
            </a:r>
            <a:r>
              <a:rPr sz="1500" b="0" i="0" u="none">
                <a:solidFill>
                  <a:srgbClr val="000000"/>
                </a:solidFill>
                <a:latin typeface="Arial"/>
                <a:ea typeface="Arial"/>
                <a:cs typeface="Arial"/>
              </a:rPr>
              <a:t> </a:t>
            </a:r>
            <a:r>
              <a:rPr sz="1000" b="0" i="0" u="none">
                <a:solidFill>
                  <a:srgbClr val="36464E"/>
                </a:solidFill>
                <a:latin typeface="Arial"/>
                <a:ea typeface="Arial"/>
                <a:cs typeface="Arial"/>
              </a:rPr>
              <a:t>SequentialAgent</a:t>
            </a:r>
            <a:r>
              <a:rPr sz="1500" b="0" i="0" u="none">
                <a:solidFill>
                  <a:srgbClr val="000000"/>
                </a:solidFill>
                <a:latin typeface="Arial"/>
                <a:ea typeface="Arial"/>
                <a:cs typeface="Arial"/>
              </a:rPr>
              <a:t>,</a:t>
            </a:r>
            <a:r>
              <a:rPr sz="1500" b="0" i="0" u="none">
                <a:solidFill>
                  <a:srgbClr val="000000"/>
                </a:solidFill>
                <a:latin typeface="Arial"/>
                <a:ea typeface="Arial"/>
                <a:cs typeface="Arial"/>
              </a:rPr>
              <a:t> </a:t>
            </a:r>
            <a:r>
              <a:rPr sz="1000" b="0" i="0" u="none">
                <a:solidFill>
                  <a:srgbClr val="36464E"/>
                </a:solidFill>
                <a:latin typeface="Arial"/>
                <a:ea typeface="Arial"/>
                <a:cs typeface="Arial"/>
              </a:rPr>
              <a:t>LoopAgent</a:t>
            </a:r>
            <a:r>
              <a:rPr sz="1500" b="0" i="0" u="none">
                <a:solidFill>
                  <a:srgbClr val="000000"/>
                </a:solidFill>
                <a:latin typeface="Arial"/>
                <a:ea typeface="Arial"/>
                <a:cs typeface="Arial"/>
              </a:rPr>
              <a:t>, and</a:t>
            </a:r>
            <a:r>
              <a:rPr sz="1500" b="0" i="0" u="none">
                <a:solidFill>
                  <a:srgbClr val="000000"/>
                </a:solidFill>
                <a:latin typeface="Arial"/>
                <a:ea typeface="Arial"/>
                <a:cs typeface="Arial"/>
              </a:rPr>
              <a:t> </a:t>
            </a:r>
            <a:r>
              <a:rPr sz="1000" b="0" i="0" u="none">
                <a:solidFill>
                  <a:srgbClr val="36464E"/>
                </a:solidFill>
                <a:latin typeface="Arial"/>
                <a:ea typeface="Arial"/>
                <a:cs typeface="Arial"/>
              </a:rPr>
              <a:t>ParallelAgent</a:t>
            </a:r>
            <a:r>
              <a:rPr sz="1500" b="0" i="0" u="none">
                <a:solidFill>
                  <a:srgbClr val="000000"/>
                </a:solidFill>
                <a:latin typeface="Arial"/>
                <a:ea typeface="Arial"/>
                <a:cs typeface="Arial"/>
              </a:rPr>
              <a:t>, enabling you to build highly specific and complex agentic workflows</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4664692" name=""/>
          <p:cNvSpPr/>
          <p:nvPr/>
        </p:nvSpPr>
        <p:spPr bwMode="auto">
          <a:xfrm>
            <a:off x="2018917" y="1619877"/>
            <a:ext cx="8157404" cy="17834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What is a Custom Agent?</a:t>
            </a:r>
            <a:endParaRPr/>
          </a:p>
          <a:p>
            <a:pPr>
              <a:defRPr/>
            </a:pPr>
            <a:endParaRPr/>
          </a:p>
          <a:p>
            <a:pPr>
              <a:defRPr/>
            </a:pPr>
            <a:r>
              <a:rPr sz="1500" b="0" i="0" u="none">
                <a:solidFill>
                  <a:srgbClr val="000000"/>
                </a:solidFill>
                <a:latin typeface="Arial"/>
                <a:ea typeface="Arial"/>
                <a:cs typeface="Arial"/>
              </a:rPr>
              <a:t>A Custom Agent is essentially any class you create that inherits from</a:t>
            </a:r>
            <a:r>
              <a:rPr sz="1500" b="0" i="0" u="none">
                <a:solidFill>
                  <a:srgbClr val="000000"/>
                </a:solidFill>
                <a:latin typeface="Arial"/>
                <a:ea typeface="Arial"/>
                <a:cs typeface="Arial"/>
              </a:rPr>
              <a:t> </a:t>
            </a:r>
            <a:r>
              <a:rPr sz="1000" b="0" i="0" u="none">
                <a:solidFill>
                  <a:srgbClr val="36464E"/>
                </a:solidFill>
                <a:latin typeface="Arial"/>
                <a:ea typeface="Arial"/>
                <a:cs typeface="Arial"/>
              </a:rPr>
              <a:t>google.adk.agents.BaseAgent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 implements its core execution logic within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_run_async_impl</a:t>
            </a:r>
            <a:r>
              <a:rPr sz="1500" b="0" i="0" u="none">
                <a:solidFill>
                  <a:srgbClr val="000000"/>
                </a:solidFill>
                <a:latin typeface="Arial"/>
                <a:ea typeface="Arial"/>
                <a:cs typeface="Arial"/>
              </a:rPr>
              <a:t> </a:t>
            </a:r>
            <a:r>
              <a:rPr sz="1500" b="0" i="0" u="none">
                <a:solidFill>
                  <a:srgbClr val="000000"/>
                </a:solidFill>
                <a:latin typeface="Arial"/>
                <a:ea typeface="Arial"/>
                <a:cs typeface="Arial"/>
              </a:rPr>
              <a:t>asynchronous method.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You have complete control over how this method calls other agents (sub-agents), manages state, and handles events.</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72600271" name=""/>
          <p:cNvPicPr>
            <a:picLocks noChangeAspect="1"/>
          </p:cNvPicPr>
          <p:nvPr/>
        </p:nvPicPr>
        <p:blipFill>
          <a:blip r:embed="rId3"/>
          <a:stretch/>
        </p:blipFill>
        <p:spPr bwMode="auto">
          <a:xfrm>
            <a:off x="2256407" y="767548"/>
            <a:ext cx="7210424" cy="46863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0119940" name=""/>
          <p:cNvPicPr>
            <a:picLocks noChangeAspect="1"/>
          </p:cNvPicPr>
          <p:nvPr/>
        </p:nvPicPr>
        <p:blipFill>
          <a:blip r:embed="rId3"/>
          <a:stretch/>
        </p:blipFill>
        <p:spPr bwMode="auto">
          <a:xfrm flipH="0" flipV="0">
            <a:off x="1144316" y="591843"/>
            <a:ext cx="9241653" cy="532003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3869573" name=""/>
          <p:cNvSpPr/>
          <p:nvPr/>
        </p:nvSpPr>
        <p:spPr bwMode="auto">
          <a:xfrm>
            <a:off x="2110407" y="264887"/>
            <a:ext cx="7586746" cy="16081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Implementing Custom Logic:</a:t>
            </a:r>
            <a:endParaRPr sz="1850" b="0" i="0" u="none" spc="-18">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The core of any custom agent is the method where you define its unique asynchronous behavior.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This method allows you to orchestrate sub-agents and manage the flow of execution.</a:t>
            </a:r>
            <a:endParaRPr sz="1500" b="0" i="0" u="none">
              <a:solidFill>
                <a:srgbClr val="000000"/>
              </a:solidFill>
              <a:latin typeface="Arial"/>
              <a:ea typeface="Arial"/>
              <a:cs typeface="Arial"/>
            </a:endParaRPr>
          </a:p>
        </p:txBody>
      </p:sp>
      <p:pic>
        <p:nvPicPr>
          <p:cNvPr id="1712759383" name=""/>
          <p:cNvPicPr>
            <a:picLocks noChangeAspect="1"/>
          </p:cNvPicPr>
          <p:nvPr/>
        </p:nvPicPr>
        <p:blipFill>
          <a:blip r:embed="rId3"/>
          <a:stretch/>
        </p:blipFill>
        <p:spPr bwMode="auto">
          <a:xfrm>
            <a:off x="1884230" y="2413616"/>
            <a:ext cx="8039099" cy="40576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2037195" name=""/>
          <p:cNvSpPr/>
          <p:nvPr/>
        </p:nvSpPr>
        <p:spPr bwMode="auto">
          <a:xfrm>
            <a:off x="3271127" y="327733"/>
            <a:ext cx="5335687"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1" i="0" u="none">
                <a:solidFill>
                  <a:srgbClr val="000000"/>
                </a:solidFill>
                <a:latin typeface="Arial"/>
                <a:ea typeface="Arial"/>
                <a:cs typeface="Arial"/>
              </a:rPr>
              <a:t>Key Capabilities within the Core Asynchronous Method:</a:t>
            </a:r>
            <a:endParaRPr/>
          </a:p>
        </p:txBody>
      </p:sp>
      <p:pic>
        <p:nvPicPr>
          <p:cNvPr id="312752322" name=""/>
          <p:cNvPicPr>
            <a:picLocks noChangeAspect="1"/>
          </p:cNvPicPr>
          <p:nvPr/>
        </p:nvPicPr>
        <p:blipFill>
          <a:blip r:embed="rId3"/>
          <a:stretch/>
        </p:blipFill>
        <p:spPr bwMode="auto">
          <a:xfrm flipH="0" flipV="0">
            <a:off x="1922940" y="885579"/>
            <a:ext cx="7153599" cy="1694492"/>
          </a:xfrm>
          <a:prstGeom prst="rect">
            <a:avLst/>
          </a:prstGeom>
        </p:spPr>
      </p:pic>
      <p:pic>
        <p:nvPicPr>
          <p:cNvPr id="32083577" name=""/>
          <p:cNvPicPr>
            <a:picLocks noChangeAspect="1"/>
          </p:cNvPicPr>
          <p:nvPr/>
        </p:nvPicPr>
        <p:blipFill>
          <a:blip r:embed="rId4"/>
          <a:stretch/>
        </p:blipFill>
        <p:spPr bwMode="auto">
          <a:xfrm flipH="0" flipV="0">
            <a:off x="1922940" y="2682628"/>
            <a:ext cx="7159122" cy="40421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35752181" name=""/>
          <p:cNvPicPr>
            <a:picLocks noChangeAspect="1"/>
          </p:cNvPicPr>
          <p:nvPr/>
        </p:nvPicPr>
        <p:blipFill>
          <a:blip r:embed="rId3"/>
          <a:stretch/>
        </p:blipFill>
        <p:spPr bwMode="auto">
          <a:xfrm>
            <a:off x="1757038" y="499368"/>
            <a:ext cx="8115300" cy="55244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2028897" name=""/>
          <p:cNvSpPr/>
          <p:nvPr/>
        </p:nvSpPr>
        <p:spPr bwMode="auto">
          <a:xfrm>
            <a:off x="4232690" y="3288029"/>
            <a:ext cx="3729498" cy="9223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Design Pattern Example:</a:t>
            </a:r>
            <a:r>
              <a:rPr sz="1900" b="0" i="0" u="none" spc="-18">
                <a:solidFill>
                  <a:srgbClr val="000000"/>
                </a:solidFill>
                <a:latin typeface="Arial"/>
                <a:ea typeface="Arial"/>
                <a:cs typeface="Arial"/>
              </a:rPr>
              <a:t> </a:t>
            </a:r>
            <a:endParaRPr sz="1800" b="0" i="0" u="none" spc="-18">
              <a:solidFill>
                <a:srgbClr val="36464E"/>
              </a:solidFill>
              <a:latin typeface="Arial"/>
              <a:ea typeface="Arial"/>
              <a:cs typeface="Arial"/>
            </a:endParaRPr>
          </a:p>
          <a:p>
            <a:pPr>
              <a:defRPr/>
            </a:pPr>
            <a:endParaRPr/>
          </a:p>
          <a:p>
            <a:pPr>
              <a:defRPr/>
            </a:pPr>
            <a:r>
              <a:rPr sz="1800" b="0" i="0" u="none" spc="-18">
                <a:solidFill>
                  <a:srgbClr val="36464E"/>
                </a:solidFill>
                <a:latin typeface="Arial"/>
                <a:ea typeface="Arial"/>
                <a:cs typeface="Arial"/>
              </a:rPr>
              <a:t>StoryFlowAgent</a:t>
            </a:r>
            <a:endParaRPr sz="1800" b="0" i="0" u="none" spc="-18">
              <a:solidFill>
                <a:srgbClr val="36464E"/>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6401528" name=""/>
          <p:cNvSpPr/>
          <p:nvPr/>
        </p:nvSpPr>
        <p:spPr bwMode="auto">
          <a:xfrm>
            <a:off x="1823681" y="1275424"/>
            <a:ext cx="8178332" cy="32007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Let's illustrate the power of custom agents with an example pattern: </a:t>
            </a:r>
            <a:endParaRPr sz="1500" b="0" i="0" u="none">
              <a:solidFill>
                <a:srgbClr val="000000"/>
              </a:solidFill>
              <a:latin typeface="Arial"/>
              <a:ea typeface="Arial"/>
              <a:cs typeface="Arial"/>
            </a:endParaRPr>
          </a:p>
          <a:p>
            <a:pPr>
              <a:defRPr/>
            </a:pPr>
            <a:endParaRPr sz="1500" b="0" i="0" u="none">
              <a:solidFill>
                <a:srgbClr val="000000"/>
              </a:solidFill>
              <a:latin typeface="Arial"/>
              <a:ea typeface="Arial"/>
              <a:cs typeface="Arial"/>
            </a:endParaRPr>
          </a:p>
          <a:p>
            <a:pPr>
              <a:defRPr/>
            </a:pPr>
            <a:r>
              <a:rPr sz="1500" b="0" i="0" u="none">
                <a:solidFill>
                  <a:srgbClr val="000000"/>
                </a:solidFill>
                <a:latin typeface="Arial"/>
                <a:ea typeface="Arial"/>
                <a:cs typeface="Arial"/>
              </a:rPr>
              <a:t>A multi-stage content generation workflow with conditional logic.</a:t>
            </a:r>
            <a:endParaRPr sz="1500" b="0" i="0" u="none">
              <a:solidFill>
                <a:srgbClr val="000000"/>
              </a:solidFill>
              <a:latin typeface="Arial"/>
              <a:ea typeface="Arial"/>
              <a:cs typeface="Arial"/>
            </a:endParaRPr>
          </a:p>
          <a:p>
            <a:pPr>
              <a:defRPr/>
            </a:pPr>
            <a:endParaRPr/>
          </a:p>
          <a:p>
            <a:pPr>
              <a:defRPr/>
            </a:pPr>
            <a:r>
              <a:rPr sz="1500" b="1" i="0" u="none">
                <a:solidFill>
                  <a:srgbClr val="000000"/>
                </a:solidFill>
                <a:latin typeface="Arial"/>
                <a:ea typeface="Arial"/>
                <a:cs typeface="Arial"/>
              </a:rPr>
              <a:t>Goal:</a:t>
            </a:r>
            <a:r>
              <a:rPr sz="1500" b="0" i="0" u="none">
                <a:solidFill>
                  <a:srgbClr val="000000"/>
                </a:solidFill>
                <a:latin typeface="Arial"/>
                <a:ea typeface="Arial"/>
                <a:cs typeface="Arial"/>
              </a:rPr>
              <a:t> </a:t>
            </a:r>
            <a:r>
              <a:rPr sz="1500" b="0" i="0" u="none">
                <a:solidFill>
                  <a:srgbClr val="000000"/>
                </a:solidFill>
                <a:latin typeface="Arial"/>
                <a:ea typeface="Arial"/>
                <a:cs typeface="Arial"/>
              </a:rPr>
              <a:t>Create a system that generates a story, iteratively refines it through critique and revision, performs final checks, and crucially,</a:t>
            </a:r>
            <a:r>
              <a:rPr sz="1500" b="0" i="0" u="none">
                <a:solidFill>
                  <a:srgbClr val="000000"/>
                </a:solidFill>
                <a:latin typeface="Arial"/>
                <a:ea typeface="Arial"/>
                <a:cs typeface="Arial"/>
              </a:rPr>
              <a:t> </a:t>
            </a:r>
            <a:r>
              <a:rPr sz="1500" b="0" i="1" u="none">
                <a:solidFill>
                  <a:srgbClr val="000000"/>
                </a:solidFill>
                <a:latin typeface="Arial"/>
                <a:ea typeface="Arial"/>
                <a:cs typeface="Arial"/>
              </a:rPr>
              <a:t>regenerates the story if the final tone check fails</a:t>
            </a:r>
            <a:r>
              <a:rPr sz="1500" b="0" i="0" u="none">
                <a:solidFill>
                  <a:srgbClr val="000000"/>
                </a:solidFill>
                <a:latin typeface="Arial"/>
                <a:ea typeface="Arial"/>
                <a:cs typeface="Arial"/>
              </a:rPr>
              <a:t>.</a:t>
            </a:r>
            <a:endParaRPr/>
          </a:p>
          <a:p>
            <a:pPr>
              <a:defRPr/>
            </a:pPr>
            <a:endParaRPr/>
          </a:p>
          <a:p>
            <a:pPr>
              <a:defRPr/>
            </a:pPr>
            <a:r>
              <a:rPr sz="1500" b="1" i="0" u="none">
                <a:solidFill>
                  <a:srgbClr val="000000"/>
                </a:solidFill>
                <a:latin typeface="Arial"/>
                <a:ea typeface="Arial"/>
                <a:cs typeface="Arial"/>
              </a:rPr>
              <a:t>Why Custom?</a:t>
            </a:r>
            <a:r>
              <a:rPr sz="1500" b="0" i="0" u="none">
                <a:solidFill>
                  <a:srgbClr val="000000"/>
                </a:solidFill>
                <a:latin typeface="Arial"/>
                <a:ea typeface="Arial"/>
                <a:cs typeface="Arial"/>
              </a:rPr>
              <a:t>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The core requirement driving the need for a custom agent here is the</a:t>
            </a:r>
            <a:r>
              <a:rPr sz="1500" b="0" i="0" u="none">
                <a:solidFill>
                  <a:srgbClr val="000000"/>
                </a:solidFill>
                <a:latin typeface="Arial"/>
                <a:ea typeface="Arial"/>
                <a:cs typeface="Arial"/>
              </a:rPr>
              <a:t> </a:t>
            </a:r>
            <a:r>
              <a:rPr sz="1500" b="1" i="0" u="none">
                <a:solidFill>
                  <a:srgbClr val="000000"/>
                </a:solidFill>
                <a:latin typeface="Arial"/>
                <a:ea typeface="Arial"/>
                <a:cs typeface="Arial"/>
              </a:rPr>
              <a:t>conditional regeneration based on the tone check</a:t>
            </a:r>
            <a:r>
              <a:rPr sz="1500" b="0" i="0" u="none">
                <a:solidFill>
                  <a:srgbClr val="000000"/>
                </a:solidFill>
                <a:latin typeface="Arial"/>
                <a:ea typeface="Arial"/>
                <a:cs typeface="Arial"/>
              </a:rPr>
              <a:t>. Standard workflow agents don't have built-in conditional branching based on the outcome of a sub-agent's task. </a:t>
            </a:r>
            <a:endParaRPr sz="1500" b="0" i="0" u="none">
              <a:solidFill>
                <a:srgbClr val="000000"/>
              </a:solidFill>
              <a:latin typeface="Arial"/>
              <a:ea typeface="Arial"/>
              <a:cs typeface="Arial"/>
            </a:endParaRPr>
          </a:p>
          <a:p>
            <a:pPr>
              <a:defRPr/>
            </a:pPr>
            <a:r>
              <a:rPr sz="1500" b="0" i="0" u="none">
                <a:solidFill>
                  <a:srgbClr val="000000"/>
                </a:solidFill>
                <a:latin typeface="Arial"/>
                <a:ea typeface="Arial"/>
                <a:cs typeface="Arial"/>
              </a:rPr>
              <a:t>We need custom logic (</a:t>
            </a:r>
            <a:r>
              <a:rPr sz="1000" b="0" i="0" u="none">
                <a:solidFill>
                  <a:srgbClr val="36464E"/>
                </a:solidFill>
                <a:latin typeface="Arial"/>
                <a:ea typeface="Arial"/>
                <a:cs typeface="Arial"/>
              </a:rPr>
              <a:t>if tone == "negative": ...</a:t>
            </a:r>
            <a:r>
              <a:rPr sz="1500" b="0" i="0" u="none">
                <a:solidFill>
                  <a:srgbClr val="000000"/>
                </a:solidFill>
                <a:latin typeface="Arial"/>
                <a:ea typeface="Arial"/>
                <a:cs typeface="Arial"/>
              </a:rPr>
              <a:t>) within the orchestrator.</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8673758" name=""/>
          <p:cNvSpPr/>
          <p:nvPr/>
        </p:nvSpPr>
        <p:spPr bwMode="auto">
          <a:xfrm>
            <a:off x="3679886" y="410961"/>
            <a:ext cx="3852343"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Part 1: Simplified custom agent Initialization</a:t>
            </a:r>
            <a:endParaRPr/>
          </a:p>
        </p:txBody>
      </p:sp>
      <p:sp>
        <p:nvSpPr>
          <p:cNvPr id="1577614897" name=""/>
          <p:cNvSpPr/>
          <p:nvPr/>
        </p:nvSpPr>
        <p:spPr bwMode="auto">
          <a:xfrm>
            <a:off x="1787303" y="1430784"/>
            <a:ext cx="8136877" cy="77760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We define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StoryFlowAgent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inheriting from</a:t>
            </a:r>
            <a:r>
              <a:rPr sz="1500" b="0" i="0" u="none">
                <a:solidFill>
                  <a:srgbClr val="000000"/>
                </a:solidFill>
                <a:latin typeface="Arial"/>
                <a:ea typeface="Arial"/>
                <a:cs typeface="Arial"/>
              </a:rPr>
              <a:t> </a:t>
            </a:r>
            <a:r>
              <a:rPr sz="1000" b="0" i="0" u="none">
                <a:solidFill>
                  <a:srgbClr val="36464E"/>
                </a:solidFill>
                <a:latin typeface="Arial"/>
                <a:ea typeface="Arial"/>
                <a:cs typeface="Arial"/>
              </a:rPr>
              <a:t>BaseAgent</a:t>
            </a:r>
            <a:r>
              <a:rPr sz="1500" b="0" i="0" u="none">
                <a:solidFill>
                  <a:srgbClr val="000000"/>
                </a:solidFill>
                <a:latin typeface="Arial"/>
                <a:ea typeface="Arial"/>
                <a:cs typeface="Arial"/>
              </a:rPr>
              <a:t>. In</a:t>
            </a:r>
            <a:r>
              <a:rPr sz="1500" b="0" i="0" u="none">
                <a:solidFill>
                  <a:srgbClr val="000000"/>
                </a:solidFill>
                <a:latin typeface="Arial"/>
                <a:ea typeface="Arial"/>
                <a:cs typeface="Arial"/>
              </a:rPr>
              <a:t> </a:t>
            </a:r>
            <a:r>
              <a:rPr sz="1000" b="0" i="0" u="none">
                <a:solidFill>
                  <a:srgbClr val="36464E"/>
                </a:solidFill>
                <a:latin typeface="Arial"/>
                <a:ea typeface="Arial"/>
                <a:cs typeface="Arial"/>
              </a:rPr>
              <a:t>__init__</a:t>
            </a:r>
            <a:r>
              <a:rPr sz="1500" b="0" i="0" u="none">
                <a:solidFill>
                  <a:srgbClr val="000000"/>
                </a:solidFill>
                <a:latin typeface="Arial"/>
                <a:ea typeface="Arial"/>
                <a:cs typeface="Arial"/>
              </a:rPr>
              <a:t>, we store the necessary sub-agents (passed in) as instance attributes and tell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BaseAgent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framework about the top-level agents this custom agent will directly orchestrate.</a:t>
            </a:r>
            <a:endParaRPr/>
          </a:p>
        </p:txBody>
      </p:sp>
      <p:sp>
        <p:nvSpPr>
          <p:cNvPr id="1214564569" name=""/>
          <p:cNvSpPr txBox="1"/>
          <p:nvPr/>
        </p:nvSpPr>
        <p:spPr bwMode="auto">
          <a:xfrm rot="0" flipH="0" flipV="0">
            <a:off x="2821455" y="2607814"/>
            <a:ext cx="2155763"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3" tooltip="part1-storyflow"/>
              </a:rPr>
              <a:t>part1_storyflow.py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0575594" name=""/>
          <p:cNvSpPr/>
          <p:nvPr/>
        </p:nvSpPr>
        <p:spPr bwMode="auto">
          <a:xfrm>
            <a:off x="3798429" y="383219"/>
            <a:ext cx="3911180"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Part 2: Defining the Custom Execution Logic</a:t>
            </a:r>
            <a:endParaRPr/>
          </a:p>
        </p:txBody>
      </p:sp>
      <p:sp>
        <p:nvSpPr>
          <p:cNvPr id="905751078" name=""/>
          <p:cNvSpPr/>
          <p:nvPr/>
        </p:nvSpPr>
        <p:spPr bwMode="auto">
          <a:xfrm>
            <a:off x="1676699" y="845597"/>
            <a:ext cx="8154640"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This method orchestrates the sub-agents using standard Python async/await and control flow.</a:t>
            </a:r>
            <a:endParaRPr/>
          </a:p>
        </p:txBody>
      </p:sp>
      <p:sp>
        <p:nvSpPr>
          <p:cNvPr id="1987029163" name=""/>
          <p:cNvSpPr txBox="1"/>
          <p:nvPr/>
        </p:nvSpPr>
        <p:spPr bwMode="auto">
          <a:xfrm rot="0" flipH="0" flipV="0">
            <a:off x="2525532" y="1646066"/>
            <a:ext cx="2038621" cy="64044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u="sng">
                <a:hlinkClick r:id="rId3" tooltip="part2_storyflow"/>
              </a:rPr>
              <a:t>part2_storyflow.py</a:t>
            </a:r>
            <a:endParaRPr/>
          </a:p>
          <a:p>
            <a:pPr>
              <a:defRPr/>
            </a:pPr>
            <a:endParaRPr/>
          </a:p>
        </p:txBody>
      </p:sp>
      <p:sp>
        <p:nvSpPr>
          <p:cNvPr id="1596055458" name=""/>
          <p:cNvSpPr/>
          <p:nvPr/>
        </p:nvSpPr>
        <p:spPr bwMode="auto">
          <a:xfrm>
            <a:off x="2159361" y="2514600"/>
            <a:ext cx="7875796" cy="32464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1" i="0" u="none">
                <a:solidFill>
                  <a:srgbClr val="000000"/>
                </a:solidFill>
                <a:latin typeface="Arial"/>
                <a:ea typeface="Arial"/>
                <a:cs typeface="Arial"/>
              </a:rPr>
              <a:t>Explanation of Logic:</a:t>
            </a:r>
            <a:endParaRPr sz="1500" b="1"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The initial</a:t>
            </a:r>
            <a:r>
              <a:rPr sz="1500" b="0" i="0" u="none">
                <a:solidFill>
                  <a:srgbClr val="000000"/>
                </a:solidFill>
                <a:latin typeface="Arial"/>
                <a:ea typeface="Arial"/>
                <a:cs typeface="Arial"/>
              </a:rPr>
              <a:t> </a:t>
            </a:r>
            <a:r>
              <a:rPr sz="1000" b="0" i="0" u="none">
                <a:solidFill>
                  <a:srgbClr val="36464E"/>
                </a:solidFill>
                <a:latin typeface="Arial"/>
                <a:ea typeface="Arial"/>
                <a:cs typeface="Arial"/>
              </a:rPr>
              <a:t>story_generator</a:t>
            </a:r>
            <a:r>
              <a:rPr sz="1500" b="0" i="0" u="none">
                <a:solidFill>
                  <a:srgbClr val="000000"/>
                </a:solidFill>
                <a:latin typeface="Arial"/>
                <a:ea typeface="Arial"/>
                <a:cs typeface="Arial"/>
              </a:rPr>
              <a:t> </a:t>
            </a:r>
            <a:r>
              <a:rPr sz="1500" b="0" i="0" u="none">
                <a:solidFill>
                  <a:srgbClr val="000000"/>
                </a:solidFill>
                <a:latin typeface="Arial"/>
                <a:ea typeface="Arial"/>
                <a:cs typeface="Arial"/>
              </a:rPr>
              <a:t>runs. Its output is expected to be in</a:t>
            </a:r>
            <a:r>
              <a:rPr sz="1500" b="0" i="0" u="none">
                <a:solidFill>
                  <a:srgbClr val="000000"/>
                </a:solidFill>
                <a:latin typeface="Arial"/>
                <a:ea typeface="Arial"/>
                <a:cs typeface="Arial"/>
              </a:rPr>
              <a:t> </a:t>
            </a:r>
            <a:r>
              <a:rPr sz="1000" b="0" i="0" u="none">
                <a:solidFill>
                  <a:srgbClr val="36464E"/>
                </a:solidFill>
                <a:latin typeface="Arial"/>
                <a:ea typeface="Arial"/>
                <a:cs typeface="Arial"/>
              </a:rPr>
              <a:t>ctx.session.state["current_story"]</a:t>
            </a:r>
            <a:r>
              <a:rPr sz="1500" b="0" i="0" u="none">
                <a:solidFill>
                  <a:srgbClr val="000000"/>
                </a:solidFill>
                <a:latin typeface="Arial"/>
                <a:ea typeface="Arial"/>
                <a:cs typeface="Arial"/>
              </a:rPr>
              <a:t>.</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loop_agent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runs, which internally calls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critic</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a:t>
            </a:r>
            <a:r>
              <a:rPr sz="1500" b="0" i="0" u="none">
                <a:solidFill>
                  <a:srgbClr val="000000"/>
                </a:solidFill>
                <a:latin typeface="Arial"/>
                <a:ea typeface="Arial"/>
                <a:cs typeface="Arial"/>
              </a:rPr>
              <a:t> </a:t>
            </a:r>
            <a:r>
              <a:rPr sz="1000" b="0" i="0" u="none">
                <a:solidFill>
                  <a:srgbClr val="36464E"/>
                </a:solidFill>
                <a:latin typeface="Arial"/>
                <a:ea typeface="Arial"/>
                <a:cs typeface="Arial"/>
              </a:rPr>
              <a:t>reviser</a:t>
            </a:r>
            <a:r>
              <a:rPr sz="1500" b="0" i="0" u="none">
                <a:solidFill>
                  <a:srgbClr val="000000"/>
                </a:solidFill>
                <a:latin typeface="Arial"/>
                <a:ea typeface="Arial"/>
                <a:cs typeface="Arial"/>
              </a:rPr>
              <a:t> </a:t>
            </a:r>
            <a:r>
              <a:rPr sz="1500" b="0" i="0" u="none">
                <a:solidFill>
                  <a:srgbClr val="000000"/>
                </a:solidFill>
                <a:latin typeface="Arial"/>
                <a:ea typeface="Arial"/>
                <a:cs typeface="Arial"/>
              </a:rPr>
              <a:t>sequentially for</a:t>
            </a:r>
            <a:r>
              <a:rPr sz="1500" b="0" i="0" u="none">
                <a:solidFill>
                  <a:srgbClr val="000000"/>
                </a:solidFill>
                <a:latin typeface="Arial"/>
                <a:ea typeface="Arial"/>
                <a:cs typeface="Arial"/>
              </a:rPr>
              <a:t> </a:t>
            </a:r>
            <a:r>
              <a:rPr sz="1000" b="0" i="0" u="none">
                <a:solidFill>
                  <a:srgbClr val="36464E"/>
                </a:solidFill>
                <a:latin typeface="Arial"/>
                <a:ea typeface="Arial"/>
                <a:cs typeface="Arial"/>
              </a:rPr>
              <a:t>max_iterations</a:t>
            </a:r>
            <a:r>
              <a:rPr sz="1500" b="0" i="0" u="none">
                <a:solidFill>
                  <a:srgbClr val="000000"/>
                </a:solidFill>
                <a:latin typeface="Arial"/>
                <a:ea typeface="Arial"/>
                <a:cs typeface="Arial"/>
              </a:rPr>
              <a:t> </a:t>
            </a:r>
            <a:r>
              <a:rPr sz="1500" b="0" i="0" u="none">
                <a:solidFill>
                  <a:srgbClr val="000000"/>
                </a:solidFill>
                <a:latin typeface="Arial"/>
                <a:ea typeface="Arial"/>
                <a:cs typeface="Arial"/>
              </a:rPr>
              <a:t>times. </a:t>
            </a:r>
            <a:endParaRPr/>
          </a:p>
          <a:p>
            <a:pPr>
              <a:defRPr/>
            </a:pPr>
            <a:endParaRPr sz="1500" b="0" i="0" u="none">
              <a:solidFill>
                <a:srgbClr val="000000"/>
              </a:solidFill>
              <a:latin typeface="Arial"/>
              <a:ea typeface="Arial"/>
              <a:cs typeface="Arial"/>
            </a:endParaRPr>
          </a:p>
          <a:p>
            <a:pPr>
              <a:defRPr/>
            </a:pPr>
            <a:r>
              <a:rPr sz="1500" b="0" i="0" u="none">
                <a:solidFill>
                  <a:srgbClr val="000000"/>
                </a:solidFill>
                <a:latin typeface="Arial"/>
                <a:ea typeface="Arial"/>
                <a:cs typeface="Arial"/>
              </a:rPr>
              <a:t>They read/write</a:t>
            </a:r>
            <a:r>
              <a:rPr sz="1500" b="0" i="0" u="none">
                <a:solidFill>
                  <a:srgbClr val="000000"/>
                </a:solidFill>
                <a:latin typeface="Arial"/>
                <a:ea typeface="Arial"/>
                <a:cs typeface="Arial"/>
              </a:rPr>
              <a:t> </a:t>
            </a:r>
            <a:r>
              <a:rPr sz="1000" b="0" i="0" u="none">
                <a:solidFill>
                  <a:srgbClr val="36464E"/>
                </a:solidFill>
                <a:latin typeface="Arial"/>
                <a:ea typeface="Arial"/>
                <a:cs typeface="Arial"/>
              </a:rPr>
              <a:t>current_story</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a:t>
            </a:r>
            <a:r>
              <a:rPr sz="1500" b="0" i="0" u="none">
                <a:solidFill>
                  <a:srgbClr val="000000"/>
                </a:solidFill>
                <a:latin typeface="Arial"/>
                <a:ea typeface="Arial"/>
                <a:cs typeface="Arial"/>
              </a:rPr>
              <a:t> </a:t>
            </a:r>
            <a:r>
              <a:rPr sz="1000" b="0" i="0" u="none">
                <a:solidFill>
                  <a:srgbClr val="36464E"/>
                </a:solidFill>
                <a:latin typeface="Arial"/>
                <a:ea typeface="Arial"/>
                <a:cs typeface="Arial"/>
              </a:rPr>
              <a:t>criticism</a:t>
            </a:r>
            <a:r>
              <a:rPr sz="1500" b="0" i="0" u="none">
                <a:solidFill>
                  <a:srgbClr val="000000"/>
                </a:solidFill>
                <a:latin typeface="Arial"/>
                <a:ea typeface="Arial"/>
                <a:cs typeface="Arial"/>
              </a:rPr>
              <a:t> </a:t>
            </a:r>
            <a:r>
              <a:rPr sz="1500" b="0" i="0" u="none">
                <a:solidFill>
                  <a:srgbClr val="000000"/>
                </a:solidFill>
                <a:latin typeface="Arial"/>
                <a:ea typeface="Arial"/>
                <a:cs typeface="Arial"/>
              </a:rPr>
              <a:t>from/to the state.</a:t>
            </a:r>
            <a:endParaRPr/>
          </a:p>
          <a:p>
            <a:pPr>
              <a:defRPr/>
            </a:pPr>
            <a:endParaRPr/>
          </a:p>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sequential_agent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runs, calling</a:t>
            </a:r>
            <a:r>
              <a:rPr sz="1500" b="0" i="0" u="none">
                <a:solidFill>
                  <a:srgbClr val="000000"/>
                </a:solidFill>
                <a:latin typeface="Arial"/>
                <a:ea typeface="Arial"/>
                <a:cs typeface="Arial"/>
              </a:rPr>
              <a:t> </a:t>
            </a:r>
            <a:r>
              <a:rPr sz="1000" b="0" i="0" u="none">
                <a:solidFill>
                  <a:srgbClr val="36464E"/>
                </a:solidFill>
                <a:latin typeface="Arial"/>
                <a:ea typeface="Arial"/>
                <a:cs typeface="Arial"/>
              </a:rPr>
              <a:t>grammar_check</a:t>
            </a:r>
            <a:r>
              <a:rPr sz="1500" b="0" i="0" u="none">
                <a:solidFill>
                  <a:srgbClr val="000000"/>
                </a:solidFill>
                <a:latin typeface="Arial"/>
                <a:ea typeface="Arial"/>
                <a:cs typeface="Arial"/>
              </a:rPr>
              <a:t> </a:t>
            </a:r>
            <a:r>
              <a:rPr sz="1500" b="0" i="0" u="none">
                <a:solidFill>
                  <a:srgbClr val="000000"/>
                </a:solidFill>
                <a:latin typeface="Arial"/>
                <a:ea typeface="Arial"/>
                <a:cs typeface="Arial"/>
              </a:rPr>
              <a:t>then</a:t>
            </a:r>
            <a:r>
              <a:rPr sz="1500" b="0" i="0" u="none">
                <a:solidFill>
                  <a:srgbClr val="000000"/>
                </a:solidFill>
                <a:latin typeface="Arial"/>
                <a:ea typeface="Arial"/>
                <a:cs typeface="Arial"/>
              </a:rPr>
              <a:t> </a:t>
            </a:r>
            <a:r>
              <a:rPr sz="1000" b="0" i="0" u="none">
                <a:solidFill>
                  <a:srgbClr val="36464E"/>
                </a:solidFill>
                <a:latin typeface="Arial"/>
                <a:ea typeface="Arial"/>
                <a:cs typeface="Arial"/>
              </a:rPr>
              <a:t>tone_check</a:t>
            </a:r>
            <a:r>
              <a:rPr sz="1500" b="0" i="0" u="none">
                <a:solidFill>
                  <a:srgbClr val="000000"/>
                </a:solidFill>
                <a:latin typeface="Arial"/>
                <a:ea typeface="Arial"/>
                <a:cs typeface="Arial"/>
              </a:rPr>
              <a:t>, reading</a:t>
            </a:r>
            <a:r>
              <a:rPr sz="1500" b="0" i="0" u="none">
                <a:solidFill>
                  <a:srgbClr val="000000"/>
                </a:solidFill>
                <a:latin typeface="Arial"/>
                <a:ea typeface="Arial"/>
                <a:cs typeface="Arial"/>
              </a:rPr>
              <a:t> </a:t>
            </a:r>
            <a:r>
              <a:rPr sz="1000" b="0" i="0" u="none">
                <a:solidFill>
                  <a:srgbClr val="36464E"/>
                </a:solidFill>
                <a:latin typeface="Arial"/>
                <a:ea typeface="Arial"/>
                <a:cs typeface="Arial"/>
              </a:rPr>
              <a:t>current_story</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 writing</a:t>
            </a:r>
            <a:r>
              <a:rPr sz="1500" b="0" i="0" u="none">
                <a:solidFill>
                  <a:srgbClr val="000000"/>
                </a:solidFill>
                <a:latin typeface="Arial"/>
                <a:ea typeface="Arial"/>
                <a:cs typeface="Arial"/>
              </a:rPr>
              <a:t> </a:t>
            </a:r>
            <a:r>
              <a:rPr sz="1000" b="0" i="0" u="none">
                <a:solidFill>
                  <a:srgbClr val="36464E"/>
                </a:solidFill>
                <a:latin typeface="Arial"/>
                <a:ea typeface="Arial"/>
                <a:cs typeface="Arial"/>
              </a:rPr>
              <a:t>grammar_suggestions</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a:t>
            </a:r>
            <a:r>
              <a:rPr sz="1500" b="0" i="0" u="none">
                <a:solidFill>
                  <a:srgbClr val="000000"/>
                </a:solidFill>
                <a:latin typeface="Arial"/>
                <a:ea typeface="Arial"/>
                <a:cs typeface="Arial"/>
              </a:rPr>
              <a:t> </a:t>
            </a:r>
            <a:r>
              <a:rPr sz="1000" b="0" i="0" u="none">
                <a:solidFill>
                  <a:srgbClr val="36464E"/>
                </a:solidFill>
                <a:latin typeface="Arial"/>
                <a:ea typeface="Arial"/>
                <a:cs typeface="Arial"/>
              </a:rPr>
              <a:t>tone_check_result</a:t>
            </a:r>
            <a:r>
              <a:rPr sz="1500" b="0" i="0" u="none">
                <a:solidFill>
                  <a:srgbClr val="000000"/>
                </a:solidFill>
                <a:latin typeface="Arial"/>
                <a:ea typeface="Arial"/>
                <a:cs typeface="Arial"/>
              </a:rPr>
              <a:t> </a:t>
            </a:r>
            <a:r>
              <a:rPr sz="1500" b="0" i="0" u="none">
                <a:solidFill>
                  <a:srgbClr val="000000"/>
                </a:solidFill>
                <a:latin typeface="Arial"/>
                <a:ea typeface="Arial"/>
                <a:cs typeface="Arial"/>
              </a:rPr>
              <a:t>to the state.</a:t>
            </a:r>
            <a:endParaRPr sz="1500" b="0" i="0" u="none">
              <a:solidFill>
                <a:srgbClr val="000000"/>
              </a:solidFill>
              <a:latin typeface="Arial"/>
              <a:ea typeface="Arial"/>
              <a:cs typeface="Arial"/>
            </a:endParaRPr>
          </a:p>
          <a:p>
            <a:pPr>
              <a:defRPr/>
            </a:pPr>
            <a:endParaRPr/>
          </a:p>
          <a:p>
            <a:pPr>
              <a:defRPr/>
            </a:pPr>
            <a:r>
              <a:rPr sz="1500" b="1" i="0" u="none">
                <a:solidFill>
                  <a:srgbClr val="000000"/>
                </a:solidFill>
                <a:latin typeface="Arial"/>
                <a:ea typeface="Arial"/>
                <a:cs typeface="Arial"/>
              </a:rPr>
              <a:t>Custom Part:</a:t>
            </a:r>
            <a:r>
              <a:rPr sz="1500" b="0" i="0" u="none">
                <a:solidFill>
                  <a:srgbClr val="000000"/>
                </a:solidFill>
                <a:latin typeface="Arial"/>
                <a:ea typeface="Arial"/>
                <a:cs typeface="Arial"/>
              </a:rPr>
              <a:t> </a:t>
            </a: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if</a:t>
            </a:r>
            <a:r>
              <a:rPr sz="1500" b="0" i="0" u="none">
                <a:solidFill>
                  <a:srgbClr val="000000"/>
                </a:solidFill>
                <a:latin typeface="Arial"/>
                <a:ea typeface="Arial"/>
                <a:cs typeface="Arial"/>
              </a:rPr>
              <a:t> </a:t>
            </a:r>
            <a:r>
              <a:rPr sz="1500" b="0" i="0" u="none">
                <a:solidFill>
                  <a:srgbClr val="000000"/>
                </a:solidFill>
                <a:latin typeface="Arial"/>
                <a:ea typeface="Arial"/>
                <a:cs typeface="Arial"/>
              </a:rPr>
              <a:t>statement checks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tone_check_result</a:t>
            </a:r>
            <a:r>
              <a:rPr sz="1500" b="0" i="0" u="none">
                <a:solidFill>
                  <a:srgbClr val="000000"/>
                </a:solidFill>
                <a:latin typeface="Arial"/>
                <a:ea typeface="Arial"/>
                <a:cs typeface="Arial"/>
              </a:rPr>
              <a:t> </a:t>
            </a:r>
            <a:r>
              <a:rPr sz="1500" b="0" i="0" u="none">
                <a:solidFill>
                  <a:srgbClr val="000000"/>
                </a:solidFill>
                <a:latin typeface="Arial"/>
                <a:ea typeface="Arial"/>
                <a:cs typeface="Arial"/>
              </a:rPr>
              <a:t>from the state. If it's "negative",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story_generator</a:t>
            </a:r>
            <a:r>
              <a:rPr sz="1500" b="0" i="0" u="none">
                <a:solidFill>
                  <a:srgbClr val="000000"/>
                </a:solidFill>
                <a:latin typeface="Arial"/>
                <a:ea typeface="Arial"/>
                <a:cs typeface="Arial"/>
              </a:rPr>
              <a:t> </a:t>
            </a:r>
            <a:r>
              <a:rPr sz="1500" b="0" i="0" u="none">
                <a:solidFill>
                  <a:srgbClr val="000000"/>
                </a:solidFill>
                <a:latin typeface="Arial"/>
                <a:ea typeface="Arial"/>
                <a:cs typeface="Arial"/>
              </a:rPr>
              <a:t>is called</a:t>
            </a:r>
            <a:r>
              <a:rPr sz="1500" b="0" i="0" u="none">
                <a:solidFill>
                  <a:srgbClr val="000000"/>
                </a:solidFill>
                <a:latin typeface="Arial"/>
                <a:ea typeface="Arial"/>
                <a:cs typeface="Arial"/>
              </a:rPr>
              <a:t> </a:t>
            </a:r>
            <a:r>
              <a:rPr sz="1500" b="0" i="1" u="none">
                <a:solidFill>
                  <a:srgbClr val="000000"/>
                </a:solidFill>
                <a:latin typeface="Arial"/>
                <a:ea typeface="Arial"/>
                <a:cs typeface="Arial"/>
              </a:rPr>
              <a:t>again</a:t>
            </a:r>
            <a:r>
              <a:rPr sz="1500" b="0" i="0" u="none">
                <a:solidFill>
                  <a:srgbClr val="000000"/>
                </a:solidFill>
                <a:latin typeface="Arial"/>
                <a:ea typeface="Arial"/>
                <a:cs typeface="Arial"/>
              </a:rPr>
              <a:t>, overwriting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current_story</a:t>
            </a:r>
            <a:r>
              <a:rPr sz="1500" b="0" i="0" u="none">
                <a:solidFill>
                  <a:srgbClr val="000000"/>
                </a:solidFill>
                <a:latin typeface="Arial"/>
                <a:ea typeface="Arial"/>
                <a:cs typeface="Arial"/>
              </a:rPr>
              <a:t> </a:t>
            </a:r>
            <a:r>
              <a:rPr sz="1500" b="0" i="0" u="none">
                <a:solidFill>
                  <a:srgbClr val="000000"/>
                </a:solidFill>
                <a:latin typeface="Arial"/>
                <a:ea typeface="Arial"/>
                <a:cs typeface="Arial"/>
              </a:rPr>
              <a:t>in the state. Otherwise, the flow ends.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1425275" name=""/>
          <p:cNvSpPr/>
          <p:nvPr/>
        </p:nvSpPr>
        <p:spPr bwMode="auto">
          <a:xfrm>
            <a:off x="4173146" y="383219"/>
            <a:ext cx="3291212"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Part 3: Defining the LLM Sub-Agents</a:t>
            </a:r>
            <a:endParaRPr/>
          </a:p>
        </p:txBody>
      </p:sp>
      <p:sp>
        <p:nvSpPr>
          <p:cNvPr id="1059131457" name=""/>
          <p:cNvSpPr/>
          <p:nvPr/>
        </p:nvSpPr>
        <p:spPr bwMode="auto">
          <a:xfrm>
            <a:off x="1840829" y="811197"/>
            <a:ext cx="8049041" cy="10519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These are standard</a:t>
            </a:r>
            <a:r>
              <a:rPr sz="1500" b="0" i="0" u="none">
                <a:solidFill>
                  <a:srgbClr val="000000"/>
                </a:solidFill>
                <a:latin typeface="Arial"/>
                <a:ea typeface="Arial"/>
                <a:cs typeface="Arial"/>
              </a:rPr>
              <a:t> </a:t>
            </a:r>
            <a:r>
              <a:rPr sz="1000" b="0" i="0" u="none">
                <a:solidFill>
                  <a:srgbClr val="36464E"/>
                </a:solidFill>
                <a:latin typeface="Arial"/>
                <a:ea typeface="Arial"/>
                <a:cs typeface="Arial"/>
              </a:rPr>
              <a:t>LlmAgent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definitions, responsible for specific tasks.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Their</a:t>
            </a:r>
            <a:r>
              <a:rPr sz="1500" b="0" i="0" u="none">
                <a:solidFill>
                  <a:srgbClr val="000000"/>
                </a:solidFill>
                <a:latin typeface="Arial"/>
                <a:ea typeface="Arial"/>
                <a:cs typeface="Arial"/>
              </a:rPr>
              <a:t> </a:t>
            </a:r>
            <a:r>
              <a:rPr sz="1000" b="0" i="0" u="none">
                <a:solidFill>
                  <a:srgbClr val="36464E"/>
                </a:solidFill>
                <a:latin typeface="Arial"/>
                <a:ea typeface="Arial"/>
                <a:cs typeface="Arial"/>
              </a:rPr>
              <a:t>output key</a:t>
            </a:r>
            <a:r>
              <a:rPr sz="1500" b="0" i="0" u="none">
                <a:solidFill>
                  <a:srgbClr val="000000"/>
                </a:solidFill>
                <a:latin typeface="Arial"/>
                <a:ea typeface="Arial"/>
                <a:cs typeface="Arial"/>
              </a:rPr>
              <a:t> </a:t>
            </a:r>
            <a:r>
              <a:rPr sz="1500" b="0" i="0" u="none">
                <a:solidFill>
                  <a:srgbClr val="000000"/>
                </a:solidFill>
                <a:latin typeface="Arial"/>
                <a:ea typeface="Arial"/>
                <a:cs typeface="Arial"/>
              </a:rPr>
              <a:t>parameter is crucial for placing results into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session.state</a:t>
            </a:r>
            <a:r>
              <a:rPr sz="1500" b="0" i="0" u="none">
                <a:solidFill>
                  <a:srgbClr val="000000"/>
                </a:solidFill>
                <a:latin typeface="Arial"/>
                <a:ea typeface="Arial"/>
                <a:cs typeface="Arial"/>
              </a:rPr>
              <a:t> </a:t>
            </a:r>
            <a:r>
              <a:rPr sz="1500" b="0" i="0" u="none">
                <a:solidFill>
                  <a:srgbClr val="000000"/>
                </a:solidFill>
                <a:latin typeface="Arial"/>
                <a:ea typeface="Arial"/>
                <a:cs typeface="Arial"/>
              </a:rPr>
              <a:t>where other agents or the custom orchestrator can access them.</a:t>
            </a:r>
            <a:endParaRPr sz="1500" b="0" i="0" u="none">
              <a:solidFill>
                <a:srgbClr val="000000"/>
              </a:solidFill>
              <a:latin typeface="Arial"/>
              <a:ea typeface="Arial"/>
              <a:cs typeface="Arial"/>
            </a:endParaRPr>
          </a:p>
        </p:txBody>
      </p:sp>
      <p:sp>
        <p:nvSpPr>
          <p:cNvPr id="1202023499" name=""/>
          <p:cNvSpPr txBox="1"/>
          <p:nvPr/>
        </p:nvSpPr>
        <p:spPr bwMode="auto">
          <a:xfrm rot="0" flipH="0" flipV="0">
            <a:off x="3052644" y="2395120"/>
            <a:ext cx="3003052"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3" tooltip="part3_storyflow"/>
              </a:rPr>
              <a:t>part3_storyflow.py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6171487" name=""/>
          <p:cNvSpPr/>
          <p:nvPr/>
        </p:nvSpPr>
        <p:spPr bwMode="auto">
          <a:xfrm>
            <a:off x="3686747" y="272248"/>
            <a:ext cx="4448960"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Part 4: Instantiating and Running the custom agent</a:t>
            </a:r>
            <a:endParaRPr/>
          </a:p>
        </p:txBody>
      </p:sp>
      <p:sp>
        <p:nvSpPr>
          <p:cNvPr id="1511288540" name=""/>
          <p:cNvSpPr/>
          <p:nvPr/>
        </p:nvSpPr>
        <p:spPr bwMode="auto">
          <a:xfrm>
            <a:off x="3052819" y="1045779"/>
            <a:ext cx="5846283"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Finally, you instantiate your</a:t>
            </a:r>
            <a:r>
              <a:rPr sz="1500" b="0" i="0" u="none">
                <a:solidFill>
                  <a:srgbClr val="000000"/>
                </a:solidFill>
                <a:latin typeface="Arial"/>
                <a:ea typeface="Arial"/>
                <a:cs typeface="Arial"/>
              </a:rPr>
              <a:t> </a:t>
            </a:r>
            <a:r>
              <a:rPr sz="1000" b="0" i="0" u="none">
                <a:solidFill>
                  <a:srgbClr val="36464E"/>
                </a:solidFill>
                <a:latin typeface="Arial"/>
                <a:ea typeface="Arial"/>
                <a:cs typeface="Arial"/>
              </a:rPr>
              <a:t>StoryFlowAgent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 use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Runner</a:t>
            </a:r>
            <a:r>
              <a:rPr sz="1500" b="0" i="0" u="none">
                <a:solidFill>
                  <a:srgbClr val="000000"/>
                </a:solidFill>
                <a:latin typeface="Arial"/>
                <a:ea typeface="Arial"/>
                <a:cs typeface="Arial"/>
              </a:rPr>
              <a:t> </a:t>
            </a:r>
            <a:r>
              <a:rPr sz="1500" b="0" i="0" u="none">
                <a:solidFill>
                  <a:srgbClr val="000000"/>
                </a:solidFill>
                <a:latin typeface="Arial"/>
                <a:ea typeface="Arial"/>
                <a:cs typeface="Arial"/>
              </a:rPr>
              <a:t>as usual.</a:t>
            </a:r>
            <a:endParaRPr/>
          </a:p>
        </p:txBody>
      </p:sp>
      <p:sp>
        <p:nvSpPr>
          <p:cNvPr id="751461960" name=""/>
          <p:cNvSpPr txBox="1"/>
          <p:nvPr/>
        </p:nvSpPr>
        <p:spPr bwMode="auto">
          <a:xfrm rot="0" flipH="0" flipV="0">
            <a:off x="2174125" y="1618323"/>
            <a:ext cx="2470180"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3" tooltip="part4_stofyflow"/>
              </a:rPr>
              <a:t>part4_storyflow.py</a:t>
            </a:r>
            <a:endParaRPr/>
          </a:p>
          <a:p>
            <a:pPr>
              <a:defRPr/>
            </a:pPr>
            <a:endParaRPr/>
          </a:p>
        </p:txBody>
      </p:sp>
      <p:sp>
        <p:nvSpPr>
          <p:cNvPr id="116903044" name=""/>
          <p:cNvSpPr txBox="1"/>
          <p:nvPr/>
        </p:nvSpPr>
        <p:spPr bwMode="auto">
          <a:xfrm rot="0" flipH="0" flipV="0">
            <a:off x="2294343" y="2256406"/>
            <a:ext cx="2943000"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4" tooltip="full_storyflowagent"/>
              </a:rPr>
              <a:t>full_storyflowagent.py</a:t>
            </a:r>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51923599" name=""/>
          <p:cNvSpPr/>
          <p:nvPr/>
        </p:nvSpPr>
        <p:spPr bwMode="auto">
          <a:xfrm>
            <a:off x="4094116" y="3246120"/>
            <a:ext cx="4004126"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Multi-Agent Systems in ADK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27713358" name=""/>
          <p:cNvPicPr>
            <a:picLocks noChangeAspect="1"/>
          </p:cNvPicPr>
          <p:nvPr/>
        </p:nvPicPr>
        <p:blipFill>
          <a:blip r:embed="rId3"/>
          <a:stretch/>
        </p:blipFill>
        <p:spPr bwMode="auto">
          <a:xfrm>
            <a:off x="2043713" y="443883"/>
            <a:ext cx="7372350" cy="54197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3750595" name=""/>
          <p:cNvSpPr/>
          <p:nvPr/>
        </p:nvSpPr>
        <p:spPr bwMode="auto">
          <a:xfrm>
            <a:off x="3906201" y="3288029"/>
            <a:ext cx="4379955"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1. ADK Primitives for Agent Composition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6598326" name=""/>
          <p:cNvSpPr/>
          <p:nvPr/>
        </p:nvSpPr>
        <p:spPr bwMode="auto">
          <a:xfrm>
            <a:off x="2220191" y="3200400"/>
            <a:ext cx="7751976" cy="5489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ADK provides core building blocks—primitives—that enable you to structure and manage interactions within your multi-agent system.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60875246" name=""/>
          <p:cNvPicPr>
            <a:picLocks noChangeAspect="1"/>
          </p:cNvPicPr>
          <p:nvPr/>
        </p:nvPicPr>
        <p:blipFill>
          <a:blip r:embed="rId3"/>
          <a:stretch/>
        </p:blipFill>
        <p:spPr bwMode="auto">
          <a:xfrm>
            <a:off x="55485" y="823033"/>
            <a:ext cx="7277099" cy="5114925"/>
          </a:xfrm>
          <a:prstGeom prst="rect">
            <a:avLst/>
          </a:prstGeom>
        </p:spPr>
      </p:pic>
      <p:pic>
        <p:nvPicPr>
          <p:cNvPr id="1789212452" name=""/>
          <p:cNvPicPr>
            <a:picLocks noChangeAspect="1"/>
          </p:cNvPicPr>
          <p:nvPr/>
        </p:nvPicPr>
        <p:blipFill>
          <a:blip r:embed="rId4"/>
          <a:stretch/>
        </p:blipFill>
        <p:spPr bwMode="auto">
          <a:xfrm flipH="0" flipV="0">
            <a:off x="6538980" y="342158"/>
            <a:ext cx="5678009" cy="42723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4988862" name=""/>
          <p:cNvSpPr/>
          <p:nvPr/>
        </p:nvSpPr>
        <p:spPr bwMode="auto">
          <a:xfrm>
            <a:off x="4248813" y="466447"/>
            <a:ext cx="3084392"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Workflow Agents as Orchestrators</a:t>
            </a:r>
            <a:endParaRPr/>
          </a:p>
        </p:txBody>
      </p:sp>
      <p:pic>
        <p:nvPicPr>
          <p:cNvPr id="551771251" name=""/>
          <p:cNvPicPr>
            <a:picLocks noChangeAspect="1"/>
          </p:cNvPicPr>
          <p:nvPr/>
        </p:nvPicPr>
        <p:blipFill>
          <a:blip r:embed="rId3"/>
          <a:stretch/>
        </p:blipFill>
        <p:spPr bwMode="auto">
          <a:xfrm>
            <a:off x="182223" y="212694"/>
            <a:ext cx="6981824" cy="3286125"/>
          </a:xfrm>
          <a:prstGeom prst="rect">
            <a:avLst/>
          </a:prstGeom>
        </p:spPr>
      </p:pic>
      <p:sp>
        <p:nvSpPr>
          <p:cNvPr id="1493996539" name=""/>
          <p:cNvSpPr txBox="1"/>
          <p:nvPr/>
        </p:nvSpPr>
        <p:spPr bwMode="auto">
          <a:xfrm rot="0" flipH="0" flipV="0">
            <a:off x="1841213" y="4030092"/>
            <a:ext cx="9737086" cy="2042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600">
                <a:solidFill>
                  <a:schemeClr val="accent2">
                    <a:lumMod val="60000"/>
                    <a:lumOff val="40000"/>
                  </a:schemeClr>
                </a:solidFill>
              </a:rPr>
              <a:t># Conceptual Example: Sequential Pipeline</a:t>
            </a:r>
            <a:endParaRPr sz="1600"/>
          </a:p>
          <a:p>
            <a:pPr algn="l">
              <a:defRPr/>
            </a:pPr>
            <a:r>
              <a:rPr sz="1600"/>
              <a:t>from google.adk.agents import SequentialAgent, LlmAgent</a:t>
            </a:r>
            <a:endParaRPr sz="1600"/>
          </a:p>
          <a:p>
            <a:pPr algn="l">
              <a:defRPr/>
            </a:pPr>
            <a:endParaRPr sz="1600"/>
          </a:p>
          <a:p>
            <a:pPr algn="l">
              <a:defRPr/>
            </a:pPr>
            <a:r>
              <a:rPr sz="1600"/>
              <a:t>step1 = LlmAgent(name="Step1_Fetch", output_key="data")                   </a:t>
            </a:r>
            <a:r>
              <a:rPr sz="1600">
                <a:solidFill>
                  <a:schemeClr val="accent2">
                    <a:lumMod val="60000"/>
                    <a:lumOff val="40000"/>
                  </a:schemeClr>
                </a:solidFill>
              </a:rPr>
              <a:t> # Saves output to state['data']</a:t>
            </a:r>
            <a:endParaRPr sz="1600"/>
          </a:p>
          <a:p>
            <a:pPr algn="l">
              <a:defRPr/>
            </a:pPr>
            <a:r>
              <a:rPr sz="1600"/>
              <a:t>step2 = LlmAgent(name="Step2_Process", instruction="Process data from {data}.")</a:t>
            </a:r>
            <a:endParaRPr sz="1600"/>
          </a:p>
          <a:p>
            <a:pPr algn="l">
              <a:defRPr/>
            </a:pPr>
            <a:endParaRPr sz="1600"/>
          </a:p>
          <a:p>
            <a:pPr algn="l">
              <a:defRPr/>
            </a:pPr>
            <a:r>
              <a:rPr sz="1600"/>
              <a:t>pipeline = SequentialAgent(name="MyPipeline", sub_agents=[step1, step2])</a:t>
            </a:r>
            <a:endParaRPr sz="1600"/>
          </a:p>
          <a:p>
            <a:pPr algn="l">
              <a:defRPr/>
            </a:pPr>
            <a:r>
              <a:rPr sz="1600">
                <a:solidFill>
                  <a:schemeClr val="accent2">
                    <a:lumMod val="60000"/>
                    <a:lumOff val="40000"/>
                  </a:schemeClr>
                </a:solidFill>
              </a:rPr>
              <a:t># When pipeline runs, Step2 can access the state['data'] set by Step1.</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13703541" name=""/>
          <p:cNvPicPr>
            <a:picLocks noChangeAspect="1"/>
          </p:cNvPicPr>
          <p:nvPr/>
        </p:nvPicPr>
        <p:blipFill>
          <a:blip r:embed="rId3"/>
          <a:stretch/>
        </p:blipFill>
        <p:spPr bwMode="auto">
          <a:xfrm flipH="0" flipV="0">
            <a:off x="212694" y="-18495"/>
            <a:ext cx="7269538" cy="4523490"/>
          </a:xfrm>
          <a:prstGeom prst="rect">
            <a:avLst/>
          </a:prstGeom>
        </p:spPr>
      </p:pic>
      <p:sp>
        <p:nvSpPr>
          <p:cNvPr id="1069186736" name=""/>
          <p:cNvSpPr txBox="1"/>
          <p:nvPr/>
        </p:nvSpPr>
        <p:spPr bwMode="auto">
          <a:xfrm rot="0" flipH="0" flipV="0">
            <a:off x="4457226" y="4607214"/>
            <a:ext cx="7557036" cy="20120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60000"/>
                    <a:lumOff val="40000"/>
                  </a:schemeClr>
                </a:solidFill>
              </a:rPr>
              <a:t># Conceptual Example: Parallel Execution</a:t>
            </a:r>
            <a:endParaRPr sz="1400">
              <a:solidFill>
                <a:schemeClr val="accent2">
                  <a:lumMod val="60000"/>
                  <a:lumOff val="40000"/>
                </a:schemeClr>
              </a:solidFill>
            </a:endParaRPr>
          </a:p>
          <a:p>
            <a:pPr algn="l">
              <a:defRPr/>
            </a:pPr>
            <a:r>
              <a:rPr sz="1400"/>
              <a:t>from google.adk.agents import ParallelAgent, LlmAgent</a:t>
            </a:r>
            <a:endParaRPr sz="1400"/>
          </a:p>
          <a:p>
            <a:pPr algn="l">
              <a:defRPr/>
            </a:pPr>
            <a:endParaRPr sz="1400"/>
          </a:p>
          <a:p>
            <a:pPr algn="l">
              <a:defRPr/>
            </a:pPr>
            <a:r>
              <a:rPr sz="1400"/>
              <a:t>fetch_weather = LlmAgent(name="WeatherFetcher", output_key="weather")</a:t>
            </a:r>
            <a:endParaRPr sz="1400"/>
          </a:p>
          <a:p>
            <a:pPr algn="l">
              <a:defRPr/>
            </a:pPr>
            <a:r>
              <a:rPr sz="1400"/>
              <a:t>fetch_news = LlmAgent(name="NewsFetcher", output_key="news")</a:t>
            </a:r>
            <a:endParaRPr sz="1400"/>
          </a:p>
          <a:p>
            <a:pPr algn="l">
              <a:defRPr/>
            </a:pPr>
            <a:endParaRPr sz="1400"/>
          </a:p>
          <a:p>
            <a:pPr algn="l">
              <a:defRPr/>
            </a:pPr>
            <a:r>
              <a:rPr sz="1400"/>
              <a:t>gatherer = ParallelAgent(name="InfoGatherer", sub_agents=[fetch_weather, fetch_news])</a:t>
            </a:r>
            <a:endParaRPr sz="1400"/>
          </a:p>
          <a:p>
            <a:pPr algn="l">
              <a:defRPr/>
            </a:pPr>
            <a:r>
              <a:rPr sz="1400">
                <a:solidFill>
                  <a:schemeClr val="accent2">
                    <a:lumMod val="60000"/>
                    <a:lumOff val="40000"/>
                  </a:schemeClr>
                </a:solidFill>
              </a:rPr>
              <a:t># When gatherer runs, WeatherFetcher and NewsFetcher run concurrently.</a:t>
            </a:r>
            <a:endParaRPr sz="1400">
              <a:solidFill>
                <a:schemeClr val="accent2">
                  <a:lumMod val="60000"/>
                  <a:lumOff val="40000"/>
                </a:schemeClr>
              </a:solidFill>
            </a:endParaRPr>
          </a:p>
          <a:p>
            <a:pPr algn="l">
              <a:defRPr/>
            </a:pPr>
            <a:r>
              <a:rPr sz="1400">
                <a:solidFill>
                  <a:schemeClr val="accent2">
                    <a:lumMod val="60000"/>
                    <a:lumOff val="40000"/>
                  </a:schemeClr>
                </a:solidFill>
              </a:rPr>
              <a:t># A subsequent agent could read state['weather'] and state['news'].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82285086" name=""/>
          <p:cNvPicPr>
            <a:picLocks noChangeAspect="1"/>
          </p:cNvPicPr>
          <p:nvPr/>
        </p:nvPicPr>
        <p:blipFill>
          <a:blip r:embed="rId3"/>
          <a:stretch/>
        </p:blipFill>
        <p:spPr bwMode="auto">
          <a:xfrm>
            <a:off x="2358131" y="545606"/>
            <a:ext cx="7353299" cy="40957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3660447" name=""/>
          <p:cNvSpPr txBox="1"/>
          <p:nvPr/>
        </p:nvSpPr>
        <p:spPr bwMode="auto">
          <a:xfrm rot="0" flipH="0" flipV="0">
            <a:off x="491067" y="822779"/>
            <a:ext cx="11284558" cy="5212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600">
                <a:solidFill>
                  <a:schemeClr val="accent2">
                    <a:lumMod val="60000"/>
                    <a:lumOff val="40000"/>
                  </a:schemeClr>
                </a:solidFill>
              </a:rPr>
              <a:t># Conceptual Example: Loop with Condition</a:t>
            </a:r>
            <a:endParaRPr sz="1600">
              <a:solidFill>
                <a:schemeClr val="accent2">
                  <a:lumMod val="60000"/>
                  <a:lumOff val="40000"/>
                </a:schemeClr>
              </a:solidFill>
            </a:endParaRPr>
          </a:p>
          <a:p>
            <a:pPr algn="l">
              <a:defRPr/>
            </a:pPr>
            <a:r>
              <a:rPr sz="1600"/>
              <a:t>from google.adk.agents import LoopAgent, LlmAgent, BaseAgent</a:t>
            </a:r>
            <a:endParaRPr sz="1600"/>
          </a:p>
          <a:p>
            <a:pPr algn="l">
              <a:defRPr/>
            </a:pPr>
            <a:r>
              <a:rPr sz="1600"/>
              <a:t>from google.adk.events import Event, EventActions</a:t>
            </a:r>
            <a:endParaRPr sz="1600"/>
          </a:p>
          <a:p>
            <a:pPr algn="l">
              <a:defRPr/>
            </a:pPr>
            <a:r>
              <a:rPr sz="1600"/>
              <a:t>from google.adk.agents.invocation_context import InvocationContext</a:t>
            </a:r>
            <a:endParaRPr sz="1600"/>
          </a:p>
          <a:p>
            <a:pPr algn="l">
              <a:defRPr/>
            </a:pPr>
            <a:r>
              <a:rPr sz="1600"/>
              <a:t>from typing import AsyncGenerator</a:t>
            </a:r>
            <a:endParaRPr sz="1600"/>
          </a:p>
          <a:p>
            <a:pPr algn="l">
              <a:defRPr/>
            </a:pPr>
            <a:endParaRPr sz="1600"/>
          </a:p>
          <a:p>
            <a:pPr algn="l">
              <a:defRPr/>
            </a:pPr>
            <a:r>
              <a:rPr sz="1600"/>
              <a:t>class CheckCondition(BaseAgent): 				</a:t>
            </a:r>
            <a:r>
              <a:rPr sz="1600">
                <a:solidFill>
                  <a:schemeClr val="accent2">
                    <a:lumMod val="60000"/>
                    <a:lumOff val="40000"/>
                  </a:schemeClr>
                </a:solidFill>
              </a:rPr>
              <a:t># Custom agent to check state</a:t>
            </a:r>
            <a:endParaRPr sz="1600"/>
          </a:p>
          <a:p>
            <a:pPr algn="l">
              <a:defRPr/>
            </a:pPr>
            <a:r>
              <a:rPr sz="1600"/>
              <a:t>    async def _run_async_impl(self, ctx: InvocationContext) -&gt; AsyncGenerator[Event, None]:</a:t>
            </a:r>
            <a:endParaRPr sz="1600"/>
          </a:p>
          <a:p>
            <a:pPr algn="l">
              <a:defRPr/>
            </a:pPr>
            <a:r>
              <a:rPr sz="1600"/>
              <a:t>        status = ctx.session.state.get("status", "pending")</a:t>
            </a:r>
            <a:endParaRPr sz="1600"/>
          </a:p>
          <a:p>
            <a:pPr algn="l">
              <a:defRPr/>
            </a:pPr>
            <a:r>
              <a:rPr sz="1600"/>
              <a:t>        is_done = (status == "completed")</a:t>
            </a:r>
            <a:endParaRPr sz="1600"/>
          </a:p>
          <a:p>
            <a:pPr algn="l">
              <a:defRPr/>
            </a:pPr>
            <a:r>
              <a:rPr sz="1600"/>
              <a:t>        yield Event(author=self.name, actions=EventActions(escalate=is_done)) 		</a:t>
            </a:r>
            <a:r>
              <a:rPr sz="1600">
                <a:solidFill>
                  <a:schemeClr val="accent2">
                    <a:lumMod val="60000"/>
                    <a:lumOff val="40000"/>
                  </a:schemeClr>
                </a:solidFill>
              </a:rPr>
              <a:t># Escalate if done</a:t>
            </a:r>
            <a:endParaRPr sz="1600">
              <a:solidFill>
                <a:schemeClr val="accent2">
                  <a:lumMod val="60000"/>
                  <a:lumOff val="40000"/>
                </a:schemeClr>
              </a:solidFill>
            </a:endParaRPr>
          </a:p>
          <a:p>
            <a:pPr algn="l">
              <a:defRPr/>
            </a:pPr>
            <a:endParaRPr sz="1600"/>
          </a:p>
          <a:p>
            <a:pPr algn="l">
              <a:defRPr/>
            </a:pPr>
            <a:r>
              <a:rPr sz="1600"/>
              <a:t>process_step = LlmAgent(name="ProcessingStep") 		</a:t>
            </a:r>
            <a:r>
              <a:rPr sz="1600">
                <a:solidFill>
                  <a:schemeClr val="accent2">
                    <a:lumMod val="60000"/>
                    <a:lumOff val="40000"/>
                  </a:schemeClr>
                </a:solidFill>
              </a:rPr>
              <a:t># Agent that might update state['status']</a:t>
            </a:r>
            <a:endParaRPr sz="1600">
              <a:solidFill>
                <a:schemeClr val="accent2">
                  <a:lumMod val="60000"/>
                  <a:lumOff val="40000"/>
                </a:schemeClr>
              </a:solidFill>
            </a:endParaRPr>
          </a:p>
          <a:p>
            <a:pPr algn="l">
              <a:defRPr/>
            </a:pPr>
            <a:endParaRPr sz="1600"/>
          </a:p>
          <a:p>
            <a:pPr algn="l">
              <a:defRPr/>
            </a:pPr>
            <a:r>
              <a:rPr sz="1600"/>
              <a:t>poller = LoopAgent(</a:t>
            </a:r>
            <a:endParaRPr sz="1600"/>
          </a:p>
          <a:p>
            <a:pPr algn="l">
              <a:defRPr/>
            </a:pPr>
            <a:r>
              <a:rPr sz="1600"/>
              <a:t>    name="StatusPoller",</a:t>
            </a:r>
            <a:endParaRPr sz="1600"/>
          </a:p>
          <a:p>
            <a:pPr algn="l">
              <a:defRPr/>
            </a:pPr>
            <a:r>
              <a:rPr sz="1600"/>
              <a:t>    max_iterations=10,</a:t>
            </a:r>
            <a:endParaRPr sz="1600"/>
          </a:p>
          <a:p>
            <a:pPr algn="l">
              <a:defRPr/>
            </a:pPr>
            <a:r>
              <a:rPr sz="1600"/>
              <a:t>    sub_agents=[process_step, CheckCondition(name="Checker")]</a:t>
            </a:r>
            <a:endParaRPr sz="1600"/>
          </a:p>
          <a:p>
            <a:pPr algn="l">
              <a:defRPr/>
            </a:pPr>
            <a:r>
              <a:rPr sz="1600"/>
              <a:t>)</a:t>
            </a:r>
            <a:endParaRPr sz="1600"/>
          </a:p>
          <a:p>
            <a:pPr algn="l">
              <a:defRPr/>
            </a:pPr>
            <a:r>
              <a:rPr sz="1600">
                <a:solidFill>
                  <a:schemeClr val="accent2">
                    <a:lumMod val="60000"/>
                    <a:lumOff val="40000"/>
                  </a:schemeClr>
                </a:solidFill>
              </a:rPr>
              <a:t># When poller runs, it executes process_step then Checker repeatedly</a:t>
            </a:r>
            <a:endParaRPr sz="1600">
              <a:solidFill>
                <a:schemeClr val="accent2">
                  <a:lumMod val="60000"/>
                  <a:lumOff val="40000"/>
                </a:schemeClr>
              </a:solidFill>
            </a:endParaRPr>
          </a:p>
          <a:p>
            <a:pPr algn="l">
              <a:defRPr/>
            </a:pPr>
            <a:r>
              <a:rPr sz="1600">
                <a:solidFill>
                  <a:schemeClr val="accent2">
                    <a:lumMod val="60000"/>
                    <a:lumOff val="40000"/>
                  </a:schemeClr>
                </a:solidFill>
              </a:rPr>
              <a:t># until Checker escalates (state['status'] == 'completed') or 10 iterations pass.</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50989529" name=""/>
          <p:cNvPicPr>
            <a:picLocks noChangeAspect="1"/>
          </p:cNvPicPr>
          <p:nvPr/>
        </p:nvPicPr>
        <p:blipFill>
          <a:blip r:embed="rId3"/>
          <a:stretch/>
        </p:blipFill>
        <p:spPr bwMode="auto">
          <a:xfrm>
            <a:off x="286674" y="46237"/>
            <a:ext cx="7086600" cy="1133474"/>
          </a:xfrm>
          <a:prstGeom prst="rect">
            <a:avLst/>
          </a:prstGeom>
        </p:spPr>
      </p:pic>
      <p:pic>
        <p:nvPicPr>
          <p:cNvPr id="569415741" name=""/>
          <p:cNvPicPr>
            <a:picLocks noChangeAspect="1"/>
          </p:cNvPicPr>
          <p:nvPr/>
        </p:nvPicPr>
        <p:blipFill>
          <a:blip r:embed="rId4"/>
          <a:stretch/>
        </p:blipFill>
        <p:spPr bwMode="auto">
          <a:xfrm>
            <a:off x="638082" y="1229927"/>
            <a:ext cx="4267199" cy="2962274"/>
          </a:xfrm>
          <a:prstGeom prst="rect">
            <a:avLst/>
          </a:prstGeom>
        </p:spPr>
      </p:pic>
      <p:pic>
        <p:nvPicPr>
          <p:cNvPr id="1854769846" name=""/>
          <p:cNvPicPr>
            <a:picLocks noChangeAspect="1"/>
          </p:cNvPicPr>
          <p:nvPr/>
        </p:nvPicPr>
        <p:blipFill>
          <a:blip r:embed="rId5"/>
          <a:stretch/>
        </p:blipFill>
        <p:spPr bwMode="auto">
          <a:xfrm flipH="0" flipV="0">
            <a:off x="5217896" y="3312693"/>
            <a:ext cx="7045331" cy="28514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2948625" name=""/>
          <p:cNvSpPr txBox="1"/>
          <p:nvPr/>
        </p:nvSpPr>
        <p:spPr bwMode="auto">
          <a:xfrm rot="0" flipH="0" flipV="0">
            <a:off x="606845" y="1600200"/>
            <a:ext cx="10978308" cy="2560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solidFill>
                  <a:schemeClr val="accent2">
                    <a:lumMod val="60000"/>
                    <a:lumOff val="40000"/>
                  </a:schemeClr>
                </a:solidFill>
              </a:rPr>
              <a:t># Conceptual Example: Using output_key and reading state</a:t>
            </a:r>
            <a:endParaRPr/>
          </a:p>
          <a:p>
            <a:pPr algn="l">
              <a:defRPr/>
            </a:pPr>
            <a:r>
              <a:rPr/>
              <a:t>from google.adk.agents import LlmAgent, SequentialAgent</a:t>
            </a:r>
            <a:endParaRPr/>
          </a:p>
          <a:p>
            <a:pPr algn="l">
              <a:defRPr/>
            </a:pPr>
            <a:endParaRPr/>
          </a:p>
          <a:p>
            <a:pPr algn="l">
              <a:defRPr/>
            </a:pPr>
            <a:r>
              <a:rPr/>
              <a:t>agent_A = LlmAgent(name="AgentA", instruction="Find the capital of France.", output_key="capital_city")</a:t>
            </a:r>
            <a:endParaRPr/>
          </a:p>
          <a:p>
            <a:pPr algn="l">
              <a:defRPr/>
            </a:pPr>
            <a:r>
              <a:rPr/>
              <a:t>agent_B = LlmAgent(name="AgentB", instruction="Tell me about the city stored in {capital_city}.")</a:t>
            </a:r>
            <a:endParaRPr/>
          </a:p>
          <a:p>
            <a:pPr algn="l">
              <a:defRPr/>
            </a:pPr>
            <a:endParaRPr/>
          </a:p>
          <a:p>
            <a:pPr algn="l">
              <a:defRPr/>
            </a:pPr>
            <a:r>
              <a:rPr/>
              <a:t>pipeline = SequentialAgent(name="CityInfo", sub_agents=[agent_A, agent_B])</a:t>
            </a:r>
            <a:endParaRPr/>
          </a:p>
          <a:p>
            <a:pPr algn="l">
              <a:defRPr/>
            </a:pPr>
            <a:r>
              <a:rPr>
                <a:solidFill>
                  <a:schemeClr val="accent2">
                    <a:lumMod val="60000"/>
                    <a:lumOff val="40000"/>
                  </a:schemeClr>
                </a:solidFill>
              </a:rPr>
              <a:t># AgentA runs, saves "Paris" to state['capital_city'].</a:t>
            </a:r>
            <a:endParaRPr>
              <a:solidFill>
                <a:schemeClr val="accent2">
                  <a:lumMod val="60000"/>
                  <a:lumOff val="40000"/>
                </a:schemeClr>
              </a:solidFill>
            </a:endParaRPr>
          </a:p>
          <a:p>
            <a:pPr algn="l">
              <a:defRPr/>
            </a:pPr>
            <a:r>
              <a:rPr>
                <a:solidFill>
                  <a:schemeClr val="accent2">
                    <a:lumMod val="60000"/>
                    <a:lumOff val="40000"/>
                  </a:schemeClr>
                </a:solidFill>
              </a:rPr>
              <a:t># AgentB runs, its instruction processor reads state['capital_city'] to get "Paris".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72620294" name=""/>
          <p:cNvPicPr>
            <a:picLocks noChangeAspect="1"/>
          </p:cNvPicPr>
          <p:nvPr/>
        </p:nvPicPr>
        <p:blipFill>
          <a:blip r:embed="rId3"/>
          <a:stretch/>
        </p:blipFill>
        <p:spPr bwMode="auto">
          <a:xfrm>
            <a:off x="2820509" y="184951"/>
            <a:ext cx="6305549" cy="1123949"/>
          </a:xfrm>
          <a:prstGeom prst="rect">
            <a:avLst/>
          </a:prstGeom>
        </p:spPr>
      </p:pic>
      <p:pic>
        <p:nvPicPr>
          <p:cNvPr id="1240284667" name=""/>
          <p:cNvPicPr>
            <a:picLocks noChangeAspect="1"/>
          </p:cNvPicPr>
          <p:nvPr/>
        </p:nvPicPr>
        <p:blipFill>
          <a:blip r:embed="rId4"/>
          <a:stretch/>
        </p:blipFill>
        <p:spPr bwMode="auto">
          <a:xfrm>
            <a:off x="3236650" y="1308901"/>
            <a:ext cx="6000750" cy="4181473"/>
          </a:xfrm>
          <a:prstGeom prst="rect">
            <a:avLst/>
          </a:prstGeom>
        </p:spPr>
      </p:pic>
      <p:pic>
        <p:nvPicPr>
          <p:cNvPr id="731118210" name=""/>
          <p:cNvPicPr>
            <a:picLocks noChangeAspect="1"/>
          </p:cNvPicPr>
          <p:nvPr/>
        </p:nvPicPr>
        <p:blipFill>
          <a:blip r:embed="rId5"/>
          <a:stretch/>
        </p:blipFill>
        <p:spPr bwMode="auto">
          <a:xfrm>
            <a:off x="2718786" y="5576285"/>
            <a:ext cx="7343775" cy="6095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8988637" name=""/>
          <p:cNvSpPr txBox="1"/>
          <p:nvPr/>
        </p:nvSpPr>
        <p:spPr bwMode="auto">
          <a:xfrm rot="0" flipH="0" flipV="0">
            <a:off x="1748736" y="966852"/>
            <a:ext cx="10119004" cy="37189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60000"/>
                    <a:lumOff val="40000"/>
                  </a:schemeClr>
                </a:solidFill>
              </a:rPr>
              <a:t># Conceptual Setup: LLM Transfer</a:t>
            </a:r>
            <a:endParaRPr sz="1400"/>
          </a:p>
          <a:p>
            <a:pPr algn="l">
              <a:defRPr/>
            </a:pPr>
            <a:r>
              <a:rPr sz="1400"/>
              <a:t>from google.adk.agents import LlmAgent</a:t>
            </a:r>
            <a:endParaRPr sz="1400"/>
          </a:p>
          <a:p>
            <a:pPr algn="l">
              <a:defRPr/>
            </a:pPr>
            <a:endParaRPr sz="1400"/>
          </a:p>
          <a:p>
            <a:pPr algn="l">
              <a:defRPr/>
            </a:pPr>
            <a:r>
              <a:rPr sz="1400"/>
              <a:t>booking_agent = LlmAgent(name="Booker", description="Handles flight and hotel bookings.")</a:t>
            </a:r>
            <a:endParaRPr sz="1400"/>
          </a:p>
          <a:p>
            <a:pPr algn="l">
              <a:defRPr/>
            </a:pPr>
            <a:r>
              <a:rPr sz="1400"/>
              <a:t>info_agent = LlmAgent(name="Info", description="Provides general information and answers questions.")</a:t>
            </a:r>
            <a:endParaRPr sz="1400"/>
          </a:p>
          <a:p>
            <a:pPr algn="l">
              <a:defRPr/>
            </a:pPr>
            <a:endParaRPr sz="1400"/>
          </a:p>
          <a:p>
            <a:pPr algn="l">
              <a:defRPr/>
            </a:pPr>
            <a:r>
              <a:rPr sz="1400"/>
              <a:t>coordinator = LlmAgent(</a:t>
            </a:r>
            <a:endParaRPr sz="1400"/>
          </a:p>
          <a:p>
            <a:pPr algn="l">
              <a:defRPr/>
            </a:pPr>
            <a:r>
              <a:rPr sz="1400"/>
              <a:t>    name="Coordinator",</a:t>
            </a:r>
            <a:endParaRPr sz="1400"/>
          </a:p>
          <a:p>
            <a:pPr algn="l">
              <a:defRPr/>
            </a:pPr>
            <a:r>
              <a:rPr sz="1400"/>
              <a:t>    model="gemini-2.0-flash",</a:t>
            </a:r>
            <a:endParaRPr sz="1400"/>
          </a:p>
          <a:p>
            <a:pPr algn="l">
              <a:defRPr/>
            </a:pPr>
            <a:r>
              <a:rPr sz="1400"/>
              <a:t>    instruction="You are an assistant. Delegate booking tasks to Booker and info requests to Info.",</a:t>
            </a:r>
            <a:endParaRPr sz="1400"/>
          </a:p>
          <a:p>
            <a:pPr algn="l">
              <a:defRPr/>
            </a:pPr>
            <a:r>
              <a:rPr sz="1400"/>
              <a:t>    description="Main coordinator.",</a:t>
            </a:r>
            <a:endParaRPr sz="1400"/>
          </a:p>
          <a:p>
            <a:pPr algn="l">
              <a:defRPr/>
            </a:pPr>
            <a:r>
              <a:rPr sz="1400"/>
              <a:t>  </a:t>
            </a:r>
            <a:r>
              <a:rPr sz="1400">
                <a:solidFill>
                  <a:schemeClr val="accent2">
                    <a:lumMod val="60000"/>
                    <a:lumOff val="40000"/>
                  </a:schemeClr>
                </a:solidFill>
              </a:rPr>
              <a:t>  # AutoFlow is typically used implicitly here</a:t>
            </a:r>
            <a:endParaRPr sz="1400"/>
          </a:p>
          <a:p>
            <a:pPr algn="l">
              <a:defRPr/>
            </a:pPr>
            <a:r>
              <a:rPr sz="1400"/>
              <a:t>    sub_agents=[booking_agent, info_agent]</a:t>
            </a:r>
            <a:endParaRPr sz="1400"/>
          </a:p>
          <a:p>
            <a:pPr algn="l">
              <a:defRPr/>
            </a:pPr>
            <a:r>
              <a:rPr sz="1400"/>
              <a:t>)</a:t>
            </a:r>
            <a:endParaRPr sz="1400"/>
          </a:p>
          <a:p>
            <a:pPr algn="l">
              <a:defRPr/>
            </a:pPr>
            <a:r>
              <a:rPr sz="1400">
                <a:solidFill>
                  <a:schemeClr val="accent2">
                    <a:lumMod val="60000"/>
                    <a:lumOff val="40000"/>
                  </a:schemeClr>
                </a:solidFill>
              </a:rPr>
              <a:t># If coordinator receives "Book a flight", its LLM should generate:</a:t>
            </a:r>
            <a:endParaRPr sz="1400">
              <a:solidFill>
                <a:schemeClr val="accent2">
                  <a:lumMod val="60000"/>
                  <a:lumOff val="40000"/>
                </a:schemeClr>
              </a:solidFill>
            </a:endParaRPr>
          </a:p>
          <a:p>
            <a:pPr algn="l">
              <a:defRPr/>
            </a:pPr>
            <a:r>
              <a:rPr sz="1400">
                <a:solidFill>
                  <a:schemeClr val="accent2">
                    <a:lumMod val="60000"/>
                    <a:lumOff val="40000"/>
                  </a:schemeClr>
                </a:solidFill>
              </a:rPr>
              <a:t># FunctionCall(name='transfer_to_agent', args={'agent_name': 'Booker'})</a:t>
            </a:r>
            <a:endParaRPr sz="1400">
              <a:solidFill>
                <a:schemeClr val="accent2">
                  <a:lumMod val="60000"/>
                  <a:lumOff val="40000"/>
                </a:schemeClr>
              </a:solidFill>
            </a:endParaRPr>
          </a:p>
          <a:p>
            <a:pPr algn="l">
              <a:defRPr/>
            </a:pPr>
            <a:r>
              <a:rPr sz="1400">
                <a:solidFill>
                  <a:schemeClr val="accent2">
                    <a:lumMod val="60000"/>
                    <a:lumOff val="40000"/>
                  </a:schemeClr>
                </a:solidFill>
              </a:rPr>
              <a:t># ADK framework then routes execution to booking_agent.</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37971898" name=""/>
          <p:cNvPicPr>
            <a:picLocks noChangeAspect="1"/>
          </p:cNvPicPr>
          <p:nvPr/>
        </p:nvPicPr>
        <p:blipFill>
          <a:blip r:embed="rId3"/>
          <a:stretch/>
        </p:blipFill>
        <p:spPr bwMode="auto">
          <a:xfrm flipH="0" flipV="0">
            <a:off x="462378" y="529885"/>
            <a:ext cx="8425485" cy="6122734"/>
          </a:xfrm>
          <a:prstGeom prst="rect">
            <a:avLst/>
          </a:prstGeom>
        </p:spPr>
      </p:pic>
      <p:sp>
        <p:nvSpPr>
          <p:cNvPr id="2054876539" name=""/>
          <p:cNvSpPr txBox="1"/>
          <p:nvPr/>
        </p:nvSpPr>
        <p:spPr bwMode="auto">
          <a:xfrm rot="0" flipH="0" flipV="0">
            <a:off x="8120314" y="2404368"/>
            <a:ext cx="1702024"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u="sng">
                <a:hlinkClick r:id="rId4" tooltip="AgentTool"/>
              </a:rPr>
              <a:t>AgentTool.py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8073485" name=""/>
          <p:cNvSpPr/>
          <p:nvPr/>
        </p:nvSpPr>
        <p:spPr bwMode="auto">
          <a:xfrm>
            <a:off x="3195856" y="3288029"/>
            <a:ext cx="5800646"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2. Common Multi-Agent Patterns using ADK Primitives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09478650" name=""/>
          <p:cNvPicPr>
            <a:picLocks noChangeAspect="1"/>
          </p:cNvPicPr>
          <p:nvPr/>
        </p:nvPicPr>
        <p:blipFill>
          <a:blip r:embed="rId3"/>
          <a:stretch/>
        </p:blipFill>
        <p:spPr bwMode="auto">
          <a:xfrm>
            <a:off x="2321140" y="878519"/>
            <a:ext cx="7248524" cy="42862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510328" name=""/>
          <p:cNvSpPr txBox="1"/>
          <p:nvPr/>
        </p:nvSpPr>
        <p:spPr bwMode="auto">
          <a:xfrm rot="0" flipH="0" flipV="0">
            <a:off x="990436" y="1022337"/>
            <a:ext cx="9895622" cy="35055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60000"/>
                    <a:lumOff val="40000"/>
                  </a:schemeClr>
                </a:solidFill>
              </a:rPr>
              <a:t># Conceptual Code: Coordinator using LLM Transfer</a:t>
            </a:r>
            <a:endParaRPr sz="1400"/>
          </a:p>
          <a:p>
            <a:pPr algn="l">
              <a:defRPr/>
            </a:pPr>
            <a:r>
              <a:rPr sz="1400"/>
              <a:t>from google.adk.agents import LlmAgent</a:t>
            </a:r>
            <a:endParaRPr sz="1400"/>
          </a:p>
          <a:p>
            <a:pPr algn="l">
              <a:defRPr/>
            </a:pPr>
            <a:endParaRPr sz="1400"/>
          </a:p>
          <a:p>
            <a:pPr algn="l">
              <a:defRPr/>
            </a:pPr>
            <a:r>
              <a:rPr sz="1400"/>
              <a:t>billing_agent = LlmAgent(name="Billing", description="Handles billing inquiries.")</a:t>
            </a:r>
            <a:endParaRPr sz="1400"/>
          </a:p>
          <a:p>
            <a:pPr algn="l">
              <a:defRPr/>
            </a:pPr>
            <a:r>
              <a:rPr sz="1400"/>
              <a:t>support_agent = LlmAgent(name="Support", description="Handles technical support requests.")</a:t>
            </a:r>
            <a:endParaRPr sz="1400"/>
          </a:p>
          <a:p>
            <a:pPr algn="l">
              <a:defRPr/>
            </a:pPr>
            <a:endParaRPr sz="1400"/>
          </a:p>
          <a:p>
            <a:pPr algn="l">
              <a:defRPr/>
            </a:pPr>
            <a:r>
              <a:rPr sz="1400"/>
              <a:t>coordinator = LlmAgent(</a:t>
            </a:r>
            <a:endParaRPr sz="1400"/>
          </a:p>
          <a:p>
            <a:pPr algn="l">
              <a:defRPr/>
            </a:pPr>
            <a:r>
              <a:rPr sz="1400"/>
              <a:t>    name="HelpDeskCoordinator",</a:t>
            </a:r>
            <a:endParaRPr sz="1400"/>
          </a:p>
          <a:p>
            <a:pPr algn="l">
              <a:defRPr/>
            </a:pPr>
            <a:r>
              <a:rPr sz="1400"/>
              <a:t>    model="gemini-2.0-flash",</a:t>
            </a:r>
            <a:endParaRPr sz="1400"/>
          </a:p>
          <a:p>
            <a:pPr algn="l">
              <a:defRPr/>
            </a:pPr>
            <a:r>
              <a:rPr sz="1400"/>
              <a:t>    instruction="Route user requests: Use Billing agent for payment issues, Support agent for technical problems.",</a:t>
            </a:r>
            <a:endParaRPr sz="1400"/>
          </a:p>
          <a:p>
            <a:pPr algn="l">
              <a:defRPr/>
            </a:pPr>
            <a:r>
              <a:rPr sz="1400"/>
              <a:t>    description="Main help desk router.",</a:t>
            </a:r>
            <a:endParaRPr sz="1400"/>
          </a:p>
          <a:p>
            <a:pPr algn="l">
              <a:defRPr/>
            </a:pPr>
            <a:r>
              <a:rPr sz="1400"/>
              <a:t>    </a:t>
            </a:r>
            <a:r>
              <a:rPr sz="1400">
                <a:solidFill>
                  <a:schemeClr val="accent2">
                    <a:lumMod val="60000"/>
                    <a:lumOff val="40000"/>
                  </a:schemeClr>
                </a:solidFill>
              </a:rPr>
              <a:t># allow_transfer=True is often implicit with sub_agents in AutoFlow</a:t>
            </a:r>
            <a:endParaRPr sz="1400"/>
          </a:p>
          <a:p>
            <a:pPr algn="l">
              <a:defRPr/>
            </a:pPr>
            <a:r>
              <a:rPr sz="1400"/>
              <a:t>    sub_agents=[billing_agent, support_agent]</a:t>
            </a:r>
            <a:endParaRPr sz="1400"/>
          </a:p>
          <a:p>
            <a:pPr algn="l">
              <a:defRPr/>
            </a:pPr>
            <a:r>
              <a:rPr sz="1400"/>
              <a:t>)</a:t>
            </a:r>
            <a:endParaRPr sz="1400"/>
          </a:p>
          <a:p>
            <a:pPr algn="l">
              <a:defRPr/>
            </a:pPr>
            <a:r>
              <a:rPr sz="1400">
                <a:solidFill>
                  <a:schemeClr val="accent2">
                    <a:lumMod val="60000"/>
                    <a:lumOff val="40000"/>
                  </a:schemeClr>
                </a:solidFill>
              </a:rPr>
              <a:t># User asks "My payment failed" -&gt; Coordinator's LLM should call transfer_to_agent(agent_name='Billing')</a:t>
            </a:r>
            <a:endParaRPr sz="1400">
              <a:solidFill>
                <a:schemeClr val="accent2">
                  <a:lumMod val="60000"/>
                  <a:lumOff val="40000"/>
                </a:schemeClr>
              </a:solidFill>
            </a:endParaRPr>
          </a:p>
          <a:p>
            <a:pPr algn="l">
              <a:defRPr/>
            </a:pPr>
            <a:r>
              <a:rPr sz="1400">
                <a:solidFill>
                  <a:schemeClr val="accent2">
                    <a:lumMod val="60000"/>
                    <a:lumOff val="40000"/>
                  </a:schemeClr>
                </a:solidFill>
              </a:rPr>
              <a:t># User asks "I can't log in" -&gt; Coordinator's LLM should call transfer_to_agent(agent_name='Support')</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201042" name=""/>
          <p:cNvPicPr>
            <a:picLocks noChangeAspect="1"/>
          </p:cNvPicPr>
          <p:nvPr/>
        </p:nvPicPr>
        <p:blipFill>
          <a:blip r:embed="rId3"/>
          <a:stretch/>
        </p:blipFill>
        <p:spPr bwMode="auto">
          <a:xfrm flipH="0" flipV="0">
            <a:off x="2072402" y="684320"/>
            <a:ext cx="7576421" cy="41233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0485029" name=""/>
          <p:cNvSpPr txBox="1"/>
          <p:nvPr/>
        </p:nvSpPr>
        <p:spPr bwMode="auto">
          <a:xfrm rot="0" flipH="0" flipV="0">
            <a:off x="897959" y="1389133"/>
            <a:ext cx="10803324" cy="30788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60000"/>
                    <a:lumOff val="40000"/>
                  </a:schemeClr>
                </a:solidFill>
              </a:rPr>
              <a:t># Conceptual Code: Sequential Data Pipeline</a:t>
            </a:r>
            <a:endParaRPr sz="1400"/>
          </a:p>
          <a:p>
            <a:pPr algn="l">
              <a:defRPr/>
            </a:pPr>
            <a:r>
              <a:rPr sz="1400"/>
              <a:t>from google.adk.agents import SequentialAgent, LlmAgent</a:t>
            </a:r>
            <a:endParaRPr sz="1400"/>
          </a:p>
          <a:p>
            <a:pPr algn="l">
              <a:defRPr/>
            </a:pPr>
            <a:endParaRPr sz="1400"/>
          </a:p>
          <a:p>
            <a:pPr algn="l">
              <a:defRPr/>
            </a:pPr>
            <a:r>
              <a:rPr sz="1400"/>
              <a:t>validator = LlmAgent(name="ValidateInput", instruction="Validate the input.", output_key="validation_status")</a:t>
            </a:r>
            <a:endParaRPr sz="1400"/>
          </a:p>
          <a:p>
            <a:pPr algn="l">
              <a:defRPr/>
            </a:pPr>
            <a:r>
              <a:rPr sz="1400"/>
              <a:t>processor = LlmAgent(name="ProcessData", instruction="Process data if {validation_status} is 'valid'.", output_key="result")</a:t>
            </a:r>
            <a:endParaRPr sz="1400"/>
          </a:p>
          <a:p>
            <a:pPr algn="l">
              <a:defRPr/>
            </a:pPr>
            <a:r>
              <a:rPr sz="1400"/>
              <a:t>reporter = LlmAgent(name="ReportResult", instruction="Report the result from {result}.")</a:t>
            </a:r>
            <a:endParaRPr sz="1400"/>
          </a:p>
          <a:p>
            <a:pPr algn="l">
              <a:defRPr/>
            </a:pPr>
            <a:endParaRPr sz="1400"/>
          </a:p>
          <a:p>
            <a:pPr algn="l">
              <a:defRPr/>
            </a:pPr>
            <a:r>
              <a:rPr sz="1400"/>
              <a:t>data_pipeline = SequentialAgent(</a:t>
            </a:r>
            <a:endParaRPr sz="1400"/>
          </a:p>
          <a:p>
            <a:pPr algn="l">
              <a:defRPr/>
            </a:pPr>
            <a:r>
              <a:rPr sz="1400"/>
              <a:t>    name="DataPipeline",</a:t>
            </a:r>
            <a:endParaRPr sz="1400"/>
          </a:p>
          <a:p>
            <a:pPr algn="l">
              <a:defRPr/>
            </a:pPr>
            <a:r>
              <a:rPr sz="1400"/>
              <a:t>    sub_agents=[validator, processor, reporter]</a:t>
            </a:r>
            <a:endParaRPr sz="1400"/>
          </a:p>
          <a:p>
            <a:pPr algn="l">
              <a:defRPr/>
            </a:pPr>
            <a:r>
              <a:rPr sz="1400"/>
              <a:t>)</a:t>
            </a:r>
            <a:endParaRPr sz="1400"/>
          </a:p>
          <a:p>
            <a:pPr algn="l">
              <a:defRPr/>
            </a:pPr>
            <a:r>
              <a:rPr sz="1400">
                <a:solidFill>
                  <a:schemeClr val="accent2">
                    <a:lumMod val="60000"/>
                    <a:lumOff val="40000"/>
                  </a:schemeClr>
                </a:solidFill>
              </a:rPr>
              <a:t># validator runs -&gt; saves to state['validation_status']</a:t>
            </a:r>
            <a:endParaRPr sz="1400">
              <a:solidFill>
                <a:schemeClr val="accent2">
                  <a:lumMod val="60000"/>
                  <a:lumOff val="40000"/>
                </a:schemeClr>
              </a:solidFill>
            </a:endParaRPr>
          </a:p>
          <a:p>
            <a:pPr algn="l">
              <a:defRPr/>
            </a:pPr>
            <a:r>
              <a:rPr sz="1400">
                <a:solidFill>
                  <a:schemeClr val="accent2">
                    <a:lumMod val="60000"/>
                    <a:lumOff val="40000"/>
                  </a:schemeClr>
                </a:solidFill>
              </a:rPr>
              <a:t># processor runs -&gt; reads state['validation_status'], saves to state['result']</a:t>
            </a:r>
            <a:endParaRPr sz="1400">
              <a:solidFill>
                <a:schemeClr val="accent2">
                  <a:lumMod val="60000"/>
                  <a:lumOff val="40000"/>
                </a:schemeClr>
              </a:solidFill>
            </a:endParaRPr>
          </a:p>
          <a:p>
            <a:pPr algn="l">
              <a:defRPr/>
            </a:pPr>
            <a:r>
              <a:rPr sz="1400">
                <a:solidFill>
                  <a:schemeClr val="accent2">
                    <a:lumMod val="60000"/>
                    <a:lumOff val="40000"/>
                  </a:schemeClr>
                </a:solidFill>
              </a:rPr>
              <a:t># reporter runs -&gt; reads state['result']</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18793945" name=""/>
          <p:cNvPicPr>
            <a:picLocks noChangeAspect="1"/>
          </p:cNvPicPr>
          <p:nvPr/>
        </p:nvPicPr>
        <p:blipFill>
          <a:blip r:embed="rId3"/>
          <a:stretch/>
        </p:blipFill>
        <p:spPr bwMode="auto">
          <a:xfrm>
            <a:off x="2015970" y="499368"/>
            <a:ext cx="7124699" cy="51625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1556810" name=""/>
          <p:cNvSpPr txBox="1"/>
          <p:nvPr/>
        </p:nvSpPr>
        <p:spPr bwMode="auto">
          <a:xfrm rot="0" flipH="0" flipV="0">
            <a:off x="842838" y="601683"/>
            <a:ext cx="10507402" cy="54562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600">
                <a:solidFill>
                  <a:schemeClr val="accent2">
                    <a:lumMod val="60000"/>
                    <a:lumOff val="40000"/>
                  </a:schemeClr>
                </a:solidFill>
              </a:rPr>
              <a:t># Conceptual Code: Parallel Information Gathering</a:t>
            </a:r>
            <a:endParaRPr sz="1600"/>
          </a:p>
          <a:p>
            <a:pPr algn="l">
              <a:defRPr/>
            </a:pPr>
            <a:r>
              <a:rPr sz="1600"/>
              <a:t>from google.adk.agents import SequentialAgent, ParallelAgent, LlmAgent</a:t>
            </a:r>
            <a:endParaRPr sz="1600"/>
          </a:p>
          <a:p>
            <a:pPr algn="l">
              <a:defRPr/>
            </a:pPr>
            <a:endParaRPr sz="1600"/>
          </a:p>
          <a:p>
            <a:pPr algn="l">
              <a:defRPr/>
            </a:pPr>
            <a:r>
              <a:rPr sz="1600"/>
              <a:t>fetch_api1 = LlmAgent(name="API1Fetcher", instruction="Fetch data from API 1.", output_key="api1_data")</a:t>
            </a:r>
            <a:endParaRPr sz="1600"/>
          </a:p>
          <a:p>
            <a:pPr algn="l">
              <a:defRPr/>
            </a:pPr>
            <a:r>
              <a:rPr sz="1600"/>
              <a:t>fetch_api2 = LlmAgent(name="API2Fetcher", instruction="Fetch data from API 2.", output_key="api2_data")</a:t>
            </a:r>
            <a:endParaRPr sz="1600"/>
          </a:p>
          <a:p>
            <a:pPr algn="l">
              <a:defRPr/>
            </a:pPr>
            <a:endParaRPr sz="1600"/>
          </a:p>
          <a:p>
            <a:pPr algn="l">
              <a:defRPr/>
            </a:pPr>
            <a:r>
              <a:rPr sz="1600">
                <a:solidFill>
                  <a:schemeClr val="accent5">
                    <a:lumMod val="50000"/>
                  </a:schemeClr>
                </a:solidFill>
              </a:rPr>
              <a:t>gather_concurrently = ParallelAgent(</a:t>
            </a:r>
            <a:endParaRPr sz="1600">
              <a:solidFill>
                <a:schemeClr val="accent5">
                  <a:lumMod val="50000"/>
                </a:schemeClr>
              </a:solidFill>
            </a:endParaRPr>
          </a:p>
          <a:p>
            <a:pPr algn="l">
              <a:defRPr/>
            </a:pPr>
            <a:r>
              <a:rPr sz="1600">
                <a:solidFill>
                  <a:schemeClr val="accent5">
                    <a:lumMod val="50000"/>
                  </a:schemeClr>
                </a:solidFill>
              </a:rPr>
              <a:t>    name="ConcurrentFetch",</a:t>
            </a:r>
            <a:endParaRPr sz="1600">
              <a:solidFill>
                <a:schemeClr val="accent5">
                  <a:lumMod val="50000"/>
                </a:schemeClr>
              </a:solidFill>
            </a:endParaRPr>
          </a:p>
          <a:p>
            <a:pPr algn="l">
              <a:defRPr/>
            </a:pPr>
            <a:r>
              <a:rPr sz="1600">
                <a:solidFill>
                  <a:schemeClr val="accent5">
                    <a:lumMod val="50000"/>
                  </a:schemeClr>
                </a:solidFill>
              </a:rPr>
              <a:t>    sub_agents=[fetch_api1, fetch_api2]</a:t>
            </a:r>
            <a:endParaRPr sz="1600">
              <a:solidFill>
                <a:schemeClr val="accent5">
                  <a:lumMod val="50000"/>
                </a:schemeClr>
              </a:solidFill>
            </a:endParaRPr>
          </a:p>
          <a:p>
            <a:pPr algn="l">
              <a:defRPr/>
            </a:pPr>
            <a:r>
              <a:rPr sz="1600">
                <a:solidFill>
                  <a:schemeClr val="accent5">
                    <a:lumMod val="50000"/>
                  </a:schemeClr>
                </a:solidFill>
              </a:rPr>
              <a:t>)</a:t>
            </a:r>
            <a:endParaRPr sz="1600"/>
          </a:p>
          <a:p>
            <a:pPr algn="l">
              <a:defRPr/>
            </a:pPr>
            <a:endParaRPr sz="1600"/>
          </a:p>
          <a:p>
            <a:pPr algn="l">
              <a:defRPr/>
            </a:pPr>
            <a:r>
              <a:rPr sz="1600"/>
              <a:t>synthesizer = LlmAgent(</a:t>
            </a:r>
            <a:endParaRPr sz="1600"/>
          </a:p>
          <a:p>
            <a:pPr algn="l">
              <a:defRPr/>
            </a:pPr>
            <a:r>
              <a:rPr sz="1600"/>
              <a:t>    name="Synthesizer",</a:t>
            </a:r>
            <a:endParaRPr sz="1600"/>
          </a:p>
          <a:p>
            <a:pPr algn="l">
              <a:defRPr/>
            </a:pPr>
            <a:r>
              <a:rPr sz="1600"/>
              <a:t>    instruction="Combine results from {api1_data} and {api2_data}."</a:t>
            </a:r>
            <a:endParaRPr sz="1600"/>
          </a:p>
          <a:p>
            <a:pPr algn="l">
              <a:defRPr/>
            </a:pPr>
            <a:r>
              <a:rPr sz="1600"/>
              <a:t>)</a:t>
            </a:r>
            <a:endParaRPr sz="1600"/>
          </a:p>
          <a:p>
            <a:pPr algn="l">
              <a:defRPr/>
            </a:pPr>
            <a:endParaRPr sz="1600"/>
          </a:p>
          <a:p>
            <a:pPr algn="l">
              <a:defRPr/>
            </a:pPr>
            <a:r>
              <a:rPr sz="1600"/>
              <a:t>overall_workflow = SequentialAgent(</a:t>
            </a:r>
            <a:endParaRPr sz="1600"/>
          </a:p>
          <a:p>
            <a:pPr algn="l">
              <a:defRPr/>
            </a:pPr>
            <a:r>
              <a:rPr sz="1600"/>
              <a:t>    name="FetchAndSynthesize",</a:t>
            </a:r>
            <a:endParaRPr sz="1600"/>
          </a:p>
          <a:p>
            <a:pPr algn="l">
              <a:defRPr/>
            </a:pPr>
            <a:r>
              <a:rPr sz="1600"/>
              <a:t>    sub_agents=[gather_concurrently, synthesizer] # Run parallel fetch, then synthesize</a:t>
            </a:r>
            <a:endParaRPr sz="1600"/>
          </a:p>
          <a:p>
            <a:pPr algn="l">
              <a:defRPr/>
            </a:pPr>
            <a:r>
              <a:rPr sz="1600"/>
              <a:t>)</a:t>
            </a:r>
            <a:endParaRPr sz="1600"/>
          </a:p>
          <a:p>
            <a:pPr algn="l">
              <a:defRPr/>
            </a:pPr>
            <a:r>
              <a:rPr sz="1600">
                <a:solidFill>
                  <a:schemeClr val="accent2">
                    <a:lumMod val="60000"/>
                    <a:lumOff val="40000"/>
                  </a:schemeClr>
                </a:solidFill>
              </a:rPr>
              <a:t># fetch_api1 and fetch_api2 run concurrently, saving to state.</a:t>
            </a:r>
            <a:endParaRPr sz="1600">
              <a:solidFill>
                <a:schemeClr val="accent2">
                  <a:lumMod val="60000"/>
                  <a:lumOff val="40000"/>
                </a:schemeClr>
              </a:solidFill>
            </a:endParaRPr>
          </a:p>
          <a:p>
            <a:pPr algn="l">
              <a:defRPr/>
            </a:pPr>
            <a:r>
              <a:rPr sz="1600">
                <a:solidFill>
                  <a:schemeClr val="accent2">
                    <a:lumMod val="60000"/>
                    <a:lumOff val="40000"/>
                  </a:schemeClr>
                </a:solidFill>
              </a:rPr>
              <a:t># synthesizer runs afterwards, reading state['api1_data'] and state['api2_data'].</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1860951" name=""/>
          <p:cNvPicPr>
            <a:picLocks noChangeAspect="1"/>
          </p:cNvPicPr>
          <p:nvPr/>
        </p:nvPicPr>
        <p:blipFill>
          <a:blip r:embed="rId3"/>
          <a:stretch/>
        </p:blipFill>
        <p:spPr bwMode="auto">
          <a:xfrm>
            <a:off x="1738543" y="564101"/>
            <a:ext cx="6924674" cy="48482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6978018" name=""/>
          <p:cNvSpPr txBox="1"/>
          <p:nvPr/>
        </p:nvSpPr>
        <p:spPr bwMode="auto">
          <a:xfrm rot="0" flipH="0" flipV="0">
            <a:off x="1272670" y="284233"/>
            <a:ext cx="10629420" cy="60658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75000"/>
                  </a:schemeClr>
                </a:solidFill>
              </a:rPr>
              <a:t># Conceptual Code: Hierarchical Research Task</a:t>
            </a:r>
            <a:endParaRPr sz="1400"/>
          </a:p>
          <a:p>
            <a:pPr algn="l">
              <a:defRPr/>
            </a:pPr>
            <a:r>
              <a:rPr sz="1400"/>
              <a:t>from google.adk.agents import LlmAgent</a:t>
            </a:r>
            <a:endParaRPr sz="1400"/>
          </a:p>
          <a:p>
            <a:pPr algn="l">
              <a:defRPr/>
            </a:pPr>
            <a:r>
              <a:rPr sz="1400"/>
              <a:t>from google.adk.tools import agent_tool</a:t>
            </a:r>
            <a:endParaRPr sz="1400"/>
          </a:p>
          <a:p>
            <a:pPr algn="l">
              <a:defRPr/>
            </a:pPr>
            <a:endParaRPr sz="1400"/>
          </a:p>
          <a:p>
            <a:pPr algn="l">
              <a:defRPr/>
            </a:pPr>
            <a:r>
              <a:rPr sz="1400">
                <a:solidFill>
                  <a:schemeClr val="accent2">
                    <a:lumMod val="75000"/>
                  </a:schemeClr>
                </a:solidFill>
              </a:rPr>
              <a:t># Low-level tool-like agents</a:t>
            </a:r>
            <a:endParaRPr sz="1400"/>
          </a:p>
          <a:p>
            <a:pPr algn="l">
              <a:defRPr/>
            </a:pPr>
            <a:r>
              <a:rPr sz="1400"/>
              <a:t>web_searcher = LlmAgent(name="WebSearch", description="Performs web searches for facts.")</a:t>
            </a:r>
            <a:endParaRPr sz="1400"/>
          </a:p>
          <a:p>
            <a:pPr algn="l">
              <a:defRPr/>
            </a:pPr>
            <a:r>
              <a:rPr sz="1400"/>
              <a:t>summarizer = LlmAgent(name="Summarizer", description="Summarizes text.")</a:t>
            </a:r>
            <a:endParaRPr sz="1400"/>
          </a:p>
          <a:p>
            <a:pPr algn="l">
              <a:defRPr/>
            </a:pPr>
            <a:endParaRPr sz="1400"/>
          </a:p>
          <a:p>
            <a:pPr algn="l">
              <a:defRPr/>
            </a:pPr>
            <a:r>
              <a:rPr sz="1400">
                <a:solidFill>
                  <a:schemeClr val="accent2">
                    <a:lumMod val="75000"/>
                  </a:schemeClr>
                </a:solidFill>
              </a:rPr>
              <a:t># Mid-level agent combining tools</a:t>
            </a:r>
            <a:endParaRPr sz="1400"/>
          </a:p>
          <a:p>
            <a:pPr algn="l">
              <a:defRPr/>
            </a:pPr>
            <a:r>
              <a:rPr sz="1400"/>
              <a:t>research_assistant = LlmAgent(</a:t>
            </a:r>
            <a:endParaRPr sz="1400"/>
          </a:p>
          <a:p>
            <a:pPr algn="l">
              <a:defRPr/>
            </a:pPr>
            <a:r>
              <a:rPr sz="1400"/>
              <a:t>    name="ResearchAssistant",</a:t>
            </a:r>
            <a:endParaRPr sz="1400"/>
          </a:p>
          <a:p>
            <a:pPr algn="l">
              <a:defRPr/>
            </a:pPr>
            <a:r>
              <a:rPr sz="1400"/>
              <a:t>    model="gemini-2.0-flash",</a:t>
            </a:r>
            <a:endParaRPr sz="1400"/>
          </a:p>
          <a:p>
            <a:pPr algn="l">
              <a:defRPr/>
            </a:pPr>
            <a:r>
              <a:rPr sz="1400"/>
              <a:t>    description="Finds and summarizes information on a topic.",</a:t>
            </a:r>
            <a:endParaRPr sz="1400"/>
          </a:p>
          <a:p>
            <a:pPr algn="l">
              <a:defRPr/>
            </a:pPr>
            <a:r>
              <a:rPr sz="1400"/>
              <a:t>    tools=[agent_tool.AgentTool(agent=web_searcher), agent_tool.AgentTool(agent=summarizer)]</a:t>
            </a:r>
            <a:endParaRPr sz="1400"/>
          </a:p>
          <a:p>
            <a:pPr algn="l">
              <a:defRPr/>
            </a:pPr>
            <a:r>
              <a:rPr sz="1400"/>
              <a:t>)</a:t>
            </a:r>
            <a:endParaRPr sz="1400"/>
          </a:p>
          <a:p>
            <a:pPr algn="l">
              <a:defRPr/>
            </a:pPr>
            <a:endParaRPr sz="1400"/>
          </a:p>
          <a:p>
            <a:pPr algn="l">
              <a:defRPr/>
            </a:pPr>
            <a:r>
              <a:rPr sz="1400">
                <a:solidFill>
                  <a:schemeClr val="accent2">
                    <a:lumMod val="75000"/>
                  </a:schemeClr>
                </a:solidFill>
              </a:rPr>
              <a:t># High-level agent delegating research</a:t>
            </a:r>
            <a:endParaRPr sz="1400"/>
          </a:p>
          <a:p>
            <a:pPr algn="l">
              <a:defRPr/>
            </a:pPr>
            <a:r>
              <a:rPr sz="1400"/>
              <a:t>report_writer = LlmAgent(</a:t>
            </a:r>
            <a:endParaRPr sz="1400"/>
          </a:p>
          <a:p>
            <a:pPr algn="l">
              <a:defRPr/>
            </a:pPr>
            <a:r>
              <a:rPr sz="1400"/>
              <a:t>    name="ReportWriter",</a:t>
            </a:r>
            <a:endParaRPr sz="1400"/>
          </a:p>
          <a:p>
            <a:pPr algn="l">
              <a:defRPr/>
            </a:pPr>
            <a:r>
              <a:rPr sz="1400"/>
              <a:t>    model="gemini-2.0-flash",</a:t>
            </a:r>
            <a:endParaRPr sz="1400"/>
          </a:p>
          <a:p>
            <a:pPr algn="l">
              <a:defRPr/>
            </a:pPr>
            <a:r>
              <a:rPr sz="1400"/>
              <a:t>    instruction="Write a report on topic X. Use the ResearchAssistant to gather information.",</a:t>
            </a:r>
            <a:endParaRPr sz="1400"/>
          </a:p>
          <a:p>
            <a:pPr algn="l">
              <a:defRPr/>
            </a:pPr>
            <a:r>
              <a:rPr sz="1400"/>
              <a:t>    tools=[agent_tool.AgentTool(agent=research_assistant)]</a:t>
            </a:r>
            <a:endParaRPr sz="1400"/>
          </a:p>
          <a:p>
            <a:pPr algn="l">
              <a:defRPr/>
            </a:pPr>
            <a:r>
              <a:rPr sz="1400"/>
              <a:t>   </a:t>
            </a:r>
            <a:r>
              <a:rPr sz="1400">
                <a:solidFill>
                  <a:schemeClr val="accent2">
                    <a:lumMod val="75000"/>
                  </a:schemeClr>
                </a:solidFill>
              </a:rPr>
              <a:t> # Alternatively, could use LLM Transfer if research_assistant is a sub_agent</a:t>
            </a:r>
            <a:endParaRPr sz="1400"/>
          </a:p>
          <a:p>
            <a:pPr algn="l">
              <a:defRPr/>
            </a:pPr>
            <a:r>
              <a:rPr sz="1400"/>
              <a:t>)</a:t>
            </a:r>
            <a:endParaRPr sz="1400"/>
          </a:p>
          <a:p>
            <a:pPr algn="l">
              <a:defRPr/>
            </a:pPr>
            <a:r>
              <a:rPr sz="1400">
                <a:solidFill>
                  <a:schemeClr val="accent2">
                    <a:lumMod val="75000"/>
                  </a:schemeClr>
                </a:solidFill>
              </a:rPr>
              <a:t># User interacts with ReportWriter.</a:t>
            </a:r>
            <a:endParaRPr sz="1400">
              <a:solidFill>
                <a:schemeClr val="accent2">
                  <a:lumMod val="75000"/>
                </a:schemeClr>
              </a:solidFill>
            </a:endParaRPr>
          </a:p>
          <a:p>
            <a:pPr algn="l">
              <a:defRPr/>
            </a:pPr>
            <a:r>
              <a:rPr sz="1400">
                <a:solidFill>
                  <a:schemeClr val="accent2">
                    <a:lumMod val="75000"/>
                  </a:schemeClr>
                </a:solidFill>
              </a:rPr>
              <a:t># ReportWriter calls ResearchAssistant tool.</a:t>
            </a:r>
            <a:endParaRPr sz="1400">
              <a:solidFill>
                <a:schemeClr val="accent2">
                  <a:lumMod val="75000"/>
                </a:schemeClr>
              </a:solidFill>
            </a:endParaRPr>
          </a:p>
          <a:p>
            <a:pPr algn="l">
              <a:defRPr/>
            </a:pPr>
            <a:r>
              <a:rPr sz="1400">
                <a:solidFill>
                  <a:schemeClr val="accent2">
                    <a:lumMod val="75000"/>
                  </a:schemeClr>
                </a:solidFill>
              </a:rPr>
              <a:t># ResearchAssistant calls WebSearch and Summarizer tools.</a:t>
            </a:r>
            <a:endParaRPr sz="1400">
              <a:solidFill>
                <a:schemeClr val="accent2">
                  <a:lumMod val="75000"/>
                </a:schemeClr>
              </a:solidFill>
            </a:endParaRPr>
          </a:p>
          <a:p>
            <a:pPr algn="l">
              <a:defRPr/>
            </a:pPr>
            <a:r>
              <a:rPr sz="1400">
                <a:solidFill>
                  <a:schemeClr val="accent2">
                    <a:lumMod val="75000"/>
                  </a:schemeClr>
                </a:solidFill>
              </a:rPr>
              <a:t># Results flow back up.</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05203884" name=""/>
          <p:cNvPicPr>
            <a:picLocks noChangeAspect="1"/>
          </p:cNvPicPr>
          <p:nvPr/>
        </p:nvPicPr>
        <p:blipFill>
          <a:blip r:embed="rId3"/>
          <a:stretch/>
        </p:blipFill>
        <p:spPr bwMode="auto">
          <a:xfrm flipH="0" flipV="0">
            <a:off x="2163931" y="572979"/>
            <a:ext cx="7984771" cy="469813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6661647" name=""/>
          <p:cNvSpPr txBox="1"/>
          <p:nvPr/>
        </p:nvSpPr>
        <p:spPr bwMode="auto">
          <a:xfrm rot="0" flipH="0" flipV="0">
            <a:off x="648276" y="1091731"/>
            <a:ext cx="11007131" cy="4999078"/>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75000"/>
                  </a:schemeClr>
                </a:solidFill>
              </a:rPr>
              <a:t># Conceptual Code: Generator-Critic</a:t>
            </a:r>
            <a:endParaRPr sz="1400"/>
          </a:p>
          <a:p>
            <a:pPr algn="l">
              <a:defRPr/>
            </a:pPr>
            <a:r>
              <a:rPr sz="1400"/>
              <a:t>from google.adk.agents import SequentialAgent, LlmAgent</a:t>
            </a:r>
            <a:endParaRPr sz="1400"/>
          </a:p>
          <a:p>
            <a:pPr algn="l">
              <a:defRPr/>
            </a:pPr>
            <a:endParaRPr sz="1400"/>
          </a:p>
          <a:p>
            <a:pPr algn="l">
              <a:defRPr/>
            </a:pPr>
            <a:r>
              <a:rPr sz="1400"/>
              <a:t>generator = LlmAgent(</a:t>
            </a:r>
            <a:endParaRPr sz="1400"/>
          </a:p>
          <a:p>
            <a:pPr algn="l">
              <a:defRPr/>
            </a:pPr>
            <a:r>
              <a:rPr sz="1400"/>
              <a:t>    name="DraftWriter",</a:t>
            </a:r>
            <a:endParaRPr sz="1400"/>
          </a:p>
          <a:p>
            <a:pPr algn="l">
              <a:defRPr/>
            </a:pPr>
            <a:r>
              <a:rPr sz="1400"/>
              <a:t>    instruction="Write a short paragraph about subject X.",</a:t>
            </a:r>
            <a:endParaRPr sz="1400"/>
          </a:p>
          <a:p>
            <a:pPr algn="l">
              <a:defRPr/>
            </a:pPr>
            <a:r>
              <a:rPr sz="1400"/>
              <a:t>    output_key="draft_text"</a:t>
            </a:r>
            <a:endParaRPr sz="1400"/>
          </a:p>
          <a:p>
            <a:pPr algn="l">
              <a:defRPr/>
            </a:pPr>
            <a:r>
              <a:rPr sz="1400"/>
              <a:t>)</a:t>
            </a:r>
            <a:endParaRPr sz="1400"/>
          </a:p>
          <a:p>
            <a:pPr algn="l">
              <a:defRPr/>
            </a:pPr>
            <a:endParaRPr sz="1400"/>
          </a:p>
          <a:p>
            <a:pPr algn="l">
              <a:defRPr/>
            </a:pPr>
            <a:r>
              <a:rPr sz="1400"/>
              <a:t>reviewer = LlmAgent(</a:t>
            </a:r>
            <a:endParaRPr sz="1400"/>
          </a:p>
          <a:p>
            <a:pPr algn="l">
              <a:defRPr/>
            </a:pPr>
            <a:r>
              <a:rPr sz="1400"/>
              <a:t>    name="FactChecker",</a:t>
            </a:r>
            <a:endParaRPr sz="1400"/>
          </a:p>
          <a:p>
            <a:pPr algn="l">
              <a:defRPr/>
            </a:pPr>
            <a:r>
              <a:rPr sz="1400"/>
              <a:t>    instruction="Review the text in {draft_text} for factual accuracy. Output 'valid' or 'invalid' with reasons.",</a:t>
            </a:r>
            <a:endParaRPr sz="1400"/>
          </a:p>
          <a:p>
            <a:pPr algn="l">
              <a:defRPr/>
            </a:pPr>
            <a:r>
              <a:rPr sz="1400"/>
              <a:t>    output_key="review_status"</a:t>
            </a:r>
            <a:endParaRPr sz="1400"/>
          </a:p>
          <a:p>
            <a:pPr algn="l">
              <a:defRPr/>
            </a:pPr>
            <a:r>
              <a:rPr sz="1400"/>
              <a:t>)</a:t>
            </a:r>
            <a:endParaRPr sz="1400"/>
          </a:p>
          <a:p>
            <a:pPr algn="l">
              <a:defRPr/>
            </a:pPr>
            <a:endParaRPr sz="1400"/>
          </a:p>
          <a:p>
            <a:pPr algn="l">
              <a:defRPr/>
            </a:pPr>
            <a:r>
              <a:rPr sz="1400">
                <a:solidFill>
                  <a:schemeClr val="accent2">
                    <a:lumMod val="75000"/>
                  </a:schemeClr>
                </a:solidFill>
              </a:rPr>
              <a:t># Optional: Further steps based on review_status</a:t>
            </a:r>
            <a:endParaRPr sz="1400"/>
          </a:p>
          <a:p>
            <a:pPr algn="l">
              <a:defRPr/>
            </a:pPr>
            <a:endParaRPr sz="1400"/>
          </a:p>
          <a:p>
            <a:pPr algn="l">
              <a:defRPr/>
            </a:pPr>
            <a:r>
              <a:rPr sz="1400"/>
              <a:t>review_pipeline = SequentialAgent(</a:t>
            </a:r>
            <a:endParaRPr sz="1400"/>
          </a:p>
          <a:p>
            <a:pPr algn="l">
              <a:defRPr/>
            </a:pPr>
            <a:r>
              <a:rPr sz="1400"/>
              <a:t>    name="WriteAndReview",</a:t>
            </a:r>
            <a:endParaRPr sz="1400"/>
          </a:p>
          <a:p>
            <a:pPr algn="l">
              <a:defRPr/>
            </a:pPr>
            <a:r>
              <a:rPr sz="1400"/>
              <a:t>    sub_agents=[generator, reviewer]</a:t>
            </a:r>
            <a:endParaRPr sz="1400"/>
          </a:p>
          <a:p>
            <a:pPr algn="l">
              <a:defRPr/>
            </a:pPr>
            <a:r>
              <a:rPr sz="1400"/>
              <a:t>)</a:t>
            </a:r>
            <a:endParaRPr sz="1400"/>
          </a:p>
          <a:p>
            <a:pPr algn="l">
              <a:defRPr/>
            </a:pPr>
            <a:r>
              <a:rPr sz="1400">
                <a:solidFill>
                  <a:schemeClr val="accent2">
                    <a:lumMod val="75000"/>
                  </a:schemeClr>
                </a:solidFill>
              </a:rPr>
              <a:t># generator runs -&gt; saves draft to state['draft_text']</a:t>
            </a:r>
            <a:endParaRPr sz="1400">
              <a:solidFill>
                <a:schemeClr val="accent2">
                  <a:lumMod val="75000"/>
                </a:schemeClr>
              </a:solidFill>
            </a:endParaRPr>
          </a:p>
          <a:p>
            <a:pPr algn="l">
              <a:defRPr/>
            </a:pPr>
            <a:r>
              <a:rPr sz="1400">
                <a:solidFill>
                  <a:schemeClr val="accent2">
                    <a:lumMod val="75000"/>
                  </a:schemeClr>
                </a:solidFill>
              </a:rPr>
              <a:t># reviewer runs -&gt; reads state['draft_text'], saves status to state['review_status']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0333481" name=""/>
          <p:cNvPicPr>
            <a:picLocks noChangeAspect="1"/>
          </p:cNvPicPr>
          <p:nvPr/>
        </p:nvPicPr>
        <p:blipFill>
          <a:blip r:embed="rId3"/>
          <a:stretch/>
        </p:blipFill>
        <p:spPr bwMode="auto">
          <a:xfrm>
            <a:off x="2302645" y="980242"/>
            <a:ext cx="7210424" cy="51625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672207" name=""/>
          <p:cNvSpPr txBox="1"/>
          <p:nvPr/>
        </p:nvSpPr>
        <p:spPr bwMode="auto">
          <a:xfrm rot="0" flipH="0" flipV="0">
            <a:off x="417087" y="-1196687"/>
            <a:ext cx="11265343" cy="6492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556803204" name=""/>
          <p:cNvSpPr txBox="1"/>
          <p:nvPr/>
        </p:nvSpPr>
        <p:spPr bwMode="auto">
          <a:xfrm rot="0" flipH="0" flipV="0">
            <a:off x="185897" y="182700"/>
            <a:ext cx="11561985" cy="6492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a:solidFill>
                  <a:schemeClr val="accent2">
                    <a:lumMod val="75000"/>
                  </a:schemeClr>
                </a:solidFill>
              </a:rPr>
              <a:t># Conceptual Code: Iterative Code Refinement</a:t>
            </a:r>
            <a:endParaRPr sz="1200"/>
          </a:p>
          <a:p>
            <a:pPr algn="l">
              <a:defRPr/>
            </a:pPr>
            <a:r>
              <a:rPr sz="1200"/>
              <a:t>from google.adk.agents import LoopAgent, LlmAgent, BaseAgent</a:t>
            </a:r>
            <a:endParaRPr sz="1200"/>
          </a:p>
          <a:p>
            <a:pPr algn="l">
              <a:defRPr/>
            </a:pPr>
            <a:r>
              <a:rPr sz="1200"/>
              <a:t>from google.adk.events import Event, EventActions</a:t>
            </a:r>
            <a:endParaRPr sz="1200"/>
          </a:p>
          <a:p>
            <a:pPr algn="l">
              <a:defRPr/>
            </a:pPr>
            <a:r>
              <a:rPr sz="1200"/>
              <a:t>from google.adk.agents.invocation_context import InvocationContext</a:t>
            </a:r>
            <a:endParaRPr sz="1200"/>
          </a:p>
          <a:p>
            <a:pPr algn="l">
              <a:defRPr/>
            </a:pPr>
            <a:r>
              <a:rPr sz="1200"/>
              <a:t>from typing import AsyncGenerator</a:t>
            </a:r>
            <a:endParaRPr sz="1200"/>
          </a:p>
          <a:p>
            <a:pPr algn="l">
              <a:defRPr/>
            </a:pPr>
            <a:endParaRPr sz="1200"/>
          </a:p>
          <a:p>
            <a:pPr algn="l">
              <a:defRPr/>
            </a:pPr>
            <a:r>
              <a:rPr sz="1200">
                <a:solidFill>
                  <a:schemeClr val="accent2">
                    <a:lumMod val="75000"/>
                  </a:schemeClr>
                </a:solidFill>
              </a:rPr>
              <a:t># Agent to generate/refine code based on state['current_code'] and state['requirements']</a:t>
            </a:r>
            <a:endParaRPr sz="1200"/>
          </a:p>
          <a:p>
            <a:pPr algn="l">
              <a:defRPr/>
            </a:pPr>
            <a:r>
              <a:rPr sz="1200"/>
              <a:t>code_refiner = LlmAgent(</a:t>
            </a:r>
            <a:endParaRPr sz="1200"/>
          </a:p>
          <a:p>
            <a:pPr algn="l">
              <a:defRPr/>
            </a:pPr>
            <a:r>
              <a:rPr sz="1200"/>
              <a:t>    name="CodeRefiner",</a:t>
            </a:r>
            <a:endParaRPr sz="1200"/>
          </a:p>
          <a:p>
            <a:pPr algn="l">
              <a:defRPr/>
            </a:pPr>
            <a:r>
              <a:rPr sz="1200"/>
              <a:t>    instruction="Read state['current_code'] (if exists) and state['requirements']. Generate/refine Python code to meet requirements. Save to state['current_code'].",</a:t>
            </a:r>
            <a:endParaRPr sz="1200"/>
          </a:p>
          <a:p>
            <a:pPr algn="l">
              <a:defRPr/>
            </a:pPr>
            <a:r>
              <a:rPr sz="1200"/>
              <a:t>    output_key="current_code" # Overwrites previous code in state</a:t>
            </a:r>
            <a:endParaRPr sz="1200"/>
          </a:p>
          <a:p>
            <a:pPr algn="l">
              <a:defRPr/>
            </a:pPr>
            <a:r>
              <a:rPr sz="1200"/>
              <a:t>)</a:t>
            </a:r>
            <a:endParaRPr sz="1200"/>
          </a:p>
          <a:p>
            <a:pPr algn="l">
              <a:defRPr/>
            </a:pPr>
            <a:endParaRPr sz="1200"/>
          </a:p>
          <a:p>
            <a:pPr algn="l">
              <a:defRPr/>
            </a:pPr>
            <a:r>
              <a:rPr sz="1200">
                <a:solidFill>
                  <a:schemeClr val="accent2">
                    <a:lumMod val="75000"/>
                  </a:schemeClr>
                </a:solidFill>
              </a:rPr>
              <a:t># Agent to check if the code meets quality standards</a:t>
            </a:r>
            <a:endParaRPr sz="1200"/>
          </a:p>
          <a:p>
            <a:pPr algn="l">
              <a:defRPr/>
            </a:pPr>
            <a:r>
              <a:rPr sz="1200"/>
              <a:t>quality_checker = LlmAgent(</a:t>
            </a:r>
            <a:endParaRPr sz="1200"/>
          </a:p>
          <a:p>
            <a:pPr algn="l">
              <a:defRPr/>
            </a:pPr>
            <a:r>
              <a:rPr sz="1200"/>
              <a:t>    name="QualityChecker",</a:t>
            </a:r>
            <a:endParaRPr sz="1200"/>
          </a:p>
          <a:p>
            <a:pPr algn="l">
              <a:defRPr/>
            </a:pPr>
            <a:r>
              <a:rPr sz="1200"/>
              <a:t>    instruction="Evaluate the code in state['current_code'] against state['requirements']. Output 'pass' or 'fail'.",</a:t>
            </a:r>
            <a:endParaRPr sz="1200"/>
          </a:p>
          <a:p>
            <a:pPr algn="l">
              <a:defRPr/>
            </a:pPr>
            <a:r>
              <a:rPr sz="1200"/>
              <a:t>    output_key="quality_status"</a:t>
            </a:r>
            <a:endParaRPr sz="1200"/>
          </a:p>
          <a:p>
            <a:pPr algn="l">
              <a:defRPr/>
            </a:pPr>
            <a:r>
              <a:rPr sz="1200"/>
              <a:t>)</a:t>
            </a:r>
            <a:endParaRPr sz="1200"/>
          </a:p>
          <a:p>
            <a:pPr algn="l">
              <a:defRPr/>
            </a:pPr>
            <a:endParaRPr sz="1200"/>
          </a:p>
          <a:p>
            <a:pPr algn="l">
              <a:defRPr/>
            </a:pPr>
            <a:r>
              <a:rPr sz="1200">
                <a:solidFill>
                  <a:schemeClr val="accent2">
                    <a:lumMod val="75000"/>
                  </a:schemeClr>
                </a:solidFill>
              </a:rPr>
              <a:t># Custom agent to check the status and escalate if 'pass'</a:t>
            </a:r>
            <a:endParaRPr sz="1200"/>
          </a:p>
          <a:p>
            <a:pPr algn="l">
              <a:defRPr/>
            </a:pPr>
            <a:r>
              <a:rPr sz="1200"/>
              <a:t>class CheckStatusAndEscalate(BaseAgent):</a:t>
            </a:r>
            <a:endParaRPr sz="1200"/>
          </a:p>
          <a:p>
            <a:pPr algn="l">
              <a:defRPr/>
            </a:pPr>
            <a:r>
              <a:rPr sz="1200"/>
              <a:t>    async def _run_async_impl(self, ctx: InvocationContext) -&gt; AsyncGenerator[Event, None]:</a:t>
            </a:r>
            <a:endParaRPr sz="1200"/>
          </a:p>
          <a:p>
            <a:pPr algn="l">
              <a:defRPr/>
            </a:pPr>
            <a:r>
              <a:rPr sz="1200"/>
              <a:t>        status = ctx.session.state.get("quality_status", "fail")</a:t>
            </a:r>
            <a:endParaRPr sz="1200"/>
          </a:p>
          <a:p>
            <a:pPr algn="l">
              <a:defRPr/>
            </a:pPr>
            <a:r>
              <a:rPr sz="1200"/>
              <a:t>        should_stop = (status == "pass")</a:t>
            </a:r>
            <a:endParaRPr sz="1200"/>
          </a:p>
          <a:p>
            <a:pPr algn="l">
              <a:defRPr/>
            </a:pPr>
            <a:r>
              <a:rPr sz="1200"/>
              <a:t>        yield Event(author=self.name, actions=EventActions(escalate=should_stop))</a:t>
            </a:r>
            <a:endParaRPr sz="1200"/>
          </a:p>
          <a:p>
            <a:pPr algn="l">
              <a:defRPr/>
            </a:pPr>
            <a:endParaRPr sz="1200"/>
          </a:p>
          <a:p>
            <a:pPr algn="l">
              <a:defRPr/>
            </a:pPr>
            <a:r>
              <a:rPr sz="1200"/>
              <a:t>refinement_loop = LoopAgent(</a:t>
            </a:r>
            <a:endParaRPr sz="1200"/>
          </a:p>
          <a:p>
            <a:pPr algn="l">
              <a:defRPr/>
            </a:pPr>
            <a:r>
              <a:rPr sz="1200"/>
              <a:t>    name="CodeRefinementLoop",</a:t>
            </a:r>
            <a:endParaRPr sz="1200"/>
          </a:p>
          <a:p>
            <a:pPr algn="l">
              <a:defRPr/>
            </a:pPr>
            <a:r>
              <a:rPr sz="1200"/>
              <a:t>    max_iterations=5,</a:t>
            </a:r>
            <a:endParaRPr sz="1200"/>
          </a:p>
          <a:p>
            <a:pPr algn="l">
              <a:defRPr/>
            </a:pPr>
            <a:r>
              <a:rPr sz="1200"/>
              <a:t>    sub_agents=[code_refiner, quality_checker, CheckStatusAndEscalate(name="StopChecker")]</a:t>
            </a:r>
            <a:endParaRPr sz="1200"/>
          </a:p>
          <a:p>
            <a:pPr algn="l">
              <a:defRPr/>
            </a:pPr>
            <a:r>
              <a:rPr sz="1200"/>
              <a:t>)</a:t>
            </a:r>
            <a:endParaRPr sz="1200"/>
          </a:p>
          <a:p>
            <a:pPr algn="l">
              <a:defRPr/>
            </a:pPr>
            <a:r>
              <a:rPr sz="1200">
                <a:solidFill>
                  <a:schemeClr val="accent2">
                    <a:lumMod val="75000"/>
                  </a:schemeClr>
                </a:solidFill>
              </a:rPr>
              <a:t># Loop runs: Refiner -&gt; Checker -&gt; StopChecker</a:t>
            </a:r>
            <a:endParaRPr sz="1200">
              <a:solidFill>
                <a:schemeClr val="accent2">
                  <a:lumMod val="75000"/>
                </a:schemeClr>
              </a:solidFill>
            </a:endParaRPr>
          </a:p>
          <a:p>
            <a:pPr algn="l">
              <a:defRPr/>
            </a:pPr>
            <a:r>
              <a:rPr sz="1200">
                <a:solidFill>
                  <a:schemeClr val="accent2">
                    <a:lumMod val="75000"/>
                  </a:schemeClr>
                </a:solidFill>
              </a:rPr>
              <a:t># State['current_code'] is updated each iteration.</a:t>
            </a:r>
            <a:endParaRPr sz="1200">
              <a:solidFill>
                <a:schemeClr val="accent2">
                  <a:lumMod val="75000"/>
                </a:schemeClr>
              </a:solidFill>
            </a:endParaRPr>
          </a:p>
          <a:p>
            <a:pPr algn="l">
              <a:defRPr/>
            </a:pPr>
            <a:r>
              <a:rPr sz="1200">
                <a:solidFill>
                  <a:schemeClr val="accent2">
                    <a:lumMod val="75000"/>
                  </a:schemeClr>
                </a:solidFill>
              </a:rPr>
              <a:t># Loop stops if QualityChecker outputs 'pass' (leading to StopChecker escalating) or after 5 iterations.</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205429" name=""/>
          <p:cNvPicPr>
            <a:picLocks noChangeAspect="1"/>
          </p:cNvPicPr>
          <p:nvPr/>
        </p:nvPicPr>
        <p:blipFill>
          <a:blip r:embed="rId3"/>
          <a:stretch/>
        </p:blipFill>
        <p:spPr bwMode="auto">
          <a:xfrm>
            <a:off x="1831019" y="361163"/>
            <a:ext cx="7038974" cy="65055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4988959" name=""/>
          <p:cNvSpPr txBox="1"/>
          <p:nvPr/>
        </p:nvSpPr>
        <p:spPr bwMode="auto">
          <a:xfrm rot="0" flipH="0" flipV="0">
            <a:off x="666771" y="367609"/>
            <a:ext cx="11229433" cy="6462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100">
                <a:solidFill>
                  <a:schemeClr val="accent2">
                    <a:lumMod val="75000"/>
                  </a:schemeClr>
                </a:solidFill>
              </a:rPr>
              <a:t># Conceptual Code: Using a Tool for Human Approval</a:t>
            </a:r>
            <a:endParaRPr sz="1100">
              <a:solidFill>
                <a:schemeClr val="accent2">
                  <a:lumMod val="75000"/>
                </a:schemeClr>
              </a:solidFill>
            </a:endParaRPr>
          </a:p>
          <a:p>
            <a:pPr algn="l">
              <a:defRPr/>
            </a:pPr>
            <a:r>
              <a:rPr sz="1100"/>
              <a:t>from google.adk.agents import LlmAgent, SequentialAgent</a:t>
            </a:r>
            <a:endParaRPr sz="1100"/>
          </a:p>
          <a:p>
            <a:pPr algn="l">
              <a:defRPr/>
            </a:pPr>
            <a:r>
              <a:rPr sz="1100"/>
              <a:t>from google.adk.tools import FunctionTool</a:t>
            </a:r>
            <a:endParaRPr sz="1100"/>
          </a:p>
          <a:p>
            <a:pPr algn="l">
              <a:defRPr/>
            </a:pPr>
            <a:endParaRPr sz="1100"/>
          </a:p>
          <a:p>
            <a:pPr algn="l">
              <a:defRPr/>
            </a:pPr>
            <a:r>
              <a:rPr sz="1100">
                <a:solidFill>
                  <a:schemeClr val="accent2">
                    <a:lumMod val="75000"/>
                  </a:schemeClr>
                </a:solidFill>
              </a:rPr>
              <a:t># --- Assume external_approval_tool exists ---</a:t>
            </a:r>
            <a:endParaRPr sz="1100">
              <a:solidFill>
                <a:schemeClr val="accent2">
                  <a:lumMod val="75000"/>
                </a:schemeClr>
              </a:solidFill>
            </a:endParaRPr>
          </a:p>
          <a:p>
            <a:pPr algn="l">
              <a:defRPr/>
            </a:pPr>
            <a:r>
              <a:rPr sz="1100">
                <a:solidFill>
                  <a:schemeClr val="accent2">
                    <a:lumMod val="75000"/>
                  </a:schemeClr>
                </a:solidFill>
              </a:rPr>
              <a:t># This tool would:</a:t>
            </a:r>
            <a:endParaRPr sz="1100">
              <a:solidFill>
                <a:schemeClr val="accent2">
                  <a:lumMod val="75000"/>
                </a:schemeClr>
              </a:solidFill>
            </a:endParaRPr>
          </a:p>
          <a:p>
            <a:pPr algn="l">
              <a:defRPr/>
            </a:pPr>
            <a:r>
              <a:rPr sz="1100">
                <a:solidFill>
                  <a:schemeClr val="accent2">
                    <a:lumMod val="75000"/>
                  </a:schemeClr>
                </a:solidFill>
              </a:rPr>
              <a:t># 1. Take details (e.g., request_id, amount, reason).</a:t>
            </a:r>
            <a:endParaRPr sz="1100">
              <a:solidFill>
                <a:schemeClr val="accent2">
                  <a:lumMod val="75000"/>
                </a:schemeClr>
              </a:solidFill>
            </a:endParaRPr>
          </a:p>
          <a:p>
            <a:pPr algn="l">
              <a:defRPr/>
            </a:pPr>
            <a:r>
              <a:rPr sz="1100">
                <a:solidFill>
                  <a:schemeClr val="accent2">
                    <a:lumMod val="75000"/>
                  </a:schemeClr>
                </a:solidFill>
              </a:rPr>
              <a:t># 2. Send these details to a human review system (e.g., via API).</a:t>
            </a:r>
            <a:endParaRPr sz="1100">
              <a:solidFill>
                <a:schemeClr val="accent2">
                  <a:lumMod val="75000"/>
                </a:schemeClr>
              </a:solidFill>
            </a:endParaRPr>
          </a:p>
          <a:p>
            <a:pPr algn="l">
              <a:defRPr/>
            </a:pPr>
            <a:r>
              <a:rPr sz="1100">
                <a:solidFill>
                  <a:schemeClr val="accent2">
                    <a:lumMod val="75000"/>
                  </a:schemeClr>
                </a:solidFill>
              </a:rPr>
              <a:t># 3. Poll or wait for the human response (approved/rejected).</a:t>
            </a:r>
            <a:endParaRPr sz="1100">
              <a:solidFill>
                <a:schemeClr val="accent2">
                  <a:lumMod val="75000"/>
                </a:schemeClr>
              </a:solidFill>
            </a:endParaRPr>
          </a:p>
          <a:p>
            <a:pPr algn="l">
              <a:defRPr/>
            </a:pPr>
            <a:r>
              <a:rPr sz="1100">
                <a:solidFill>
                  <a:schemeClr val="accent2">
                    <a:lumMod val="75000"/>
                  </a:schemeClr>
                </a:solidFill>
              </a:rPr>
              <a:t># 4. Return the human's decision.</a:t>
            </a:r>
            <a:endParaRPr sz="1100">
              <a:solidFill>
                <a:schemeClr val="accent2">
                  <a:lumMod val="75000"/>
                </a:schemeClr>
              </a:solidFill>
            </a:endParaRPr>
          </a:p>
          <a:p>
            <a:pPr algn="l">
              <a:defRPr/>
            </a:pPr>
            <a:r>
              <a:rPr sz="1100">
                <a:solidFill>
                  <a:schemeClr val="accent2">
                    <a:lumMod val="75000"/>
                  </a:schemeClr>
                </a:solidFill>
              </a:rPr>
              <a:t># async def external_approval_tool(amount: float, reason: str) -&gt; str: ...</a:t>
            </a:r>
            <a:endParaRPr sz="1100"/>
          </a:p>
          <a:p>
            <a:pPr algn="l">
              <a:defRPr/>
            </a:pPr>
            <a:r>
              <a:rPr sz="1100"/>
              <a:t>approval_tool = FunctionTool(func=external_approval_tool)</a:t>
            </a:r>
            <a:endParaRPr sz="1100"/>
          </a:p>
          <a:p>
            <a:pPr algn="l">
              <a:defRPr/>
            </a:pPr>
            <a:endParaRPr sz="1100"/>
          </a:p>
          <a:p>
            <a:pPr algn="l">
              <a:defRPr/>
            </a:pPr>
            <a:r>
              <a:rPr sz="1100">
                <a:solidFill>
                  <a:schemeClr val="accent2">
                    <a:lumMod val="75000"/>
                  </a:schemeClr>
                </a:solidFill>
              </a:rPr>
              <a:t># Agent that prepares the request</a:t>
            </a:r>
            <a:endParaRPr sz="1100"/>
          </a:p>
          <a:p>
            <a:pPr algn="l">
              <a:defRPr/>
            </a:pPr>
            <a:r>
              <a:rPr sz="1100"/>
              <a:t>prepare_request = LlmAgent(</a:t>
            </a:r>
            <a:endParaRPr sz="1100"/>
          </a:p>
          <a:p>
            <a:pPr algn="l">
              <a:defRPr/>
            </a:pPr>
            <a:r>
              <a:rPr sz="1100"/>
              <a:t>    name="PrepareApproval",</a:t>
            </a:r>
            <a:endParaRPr sz="1100"/>
          </a:p>
          <a:p>
            <a:pPr algn="l">
              <a:defRPr/>
            </a:pPr>
            <a:r>
              <a:rPr sz="1100"/>
              <a:t>    instruction="Prepare the approval request details based on user input. Store amount and reason in state.",</a:t>
            </a:r>
            <a:endParaRPr sz="1100"/>
          </a:p>
          <a:p>
            <a:pPr algn="l">
              <a:defRPr/>
            </a:pPr>
            <a:r>
              <a:rPr sz="1100"/>
              <a:t>    # ... likely sets state['approval_amount'] and state['approval_reason'] ...</a:t>
            </a:r>
            <a:endParaRPr sz="1100"/>
          </a:p>
          <a:p>
            <a:pPr algn="l">
              <a:defRPr/>
            </a:pPr>
            <a:r>
              <a:rPr sz="1100"/>
              <a:t>)</a:t>
            </a:r>
            <a:endParaRPr sz="1100"/>
          </a:p>
          <a:p>
            <a:pPr algn="l">
              <a:defRPr/>
            </a:pPr>
            <a:endParaRPr sz="1100"/>
          </a:p>
          <a:p>
            <a:pPr algn="l">
              <a:defRPr/>
            </a:pPr>
            <a:r>
              <a:rPr sz="1100">
                <a:solidFill>
                  <a:schemeClr val="accent2">
                    <a:lumMod val="75000"/>
                  </a:schemeClr>
                </a:solidFill>
              </a:rPr>
              <a:t># Agent that calls the human approval tool</a:t>
            </a:r>
            <a:endParaRPr sz="1100"/>
          </a:p>
          <a:p>
            <a:pPr algn="l">
              <a:defRPr/>
            </a:pPr>
            <a:r>
              <a:rPr sz="1100"/>
              <a:t>request_approval = LlmAgent(</a:t>
            </a:r>
            <a:endParaRPr sz="1100"/>
          </a:p>
          <a:p>
            <a:pPr algn="l">
              <a:defRPr/>
            </a:pPr>
            <a:r>
              <a:rPr sz="1100"/>
              <a:t>    name="RequestHumanApproval",</a:t>
            </a:r>
            <a:endParaRPr sz="1100"/>
          </a:p>
          <a:p>
            <a:pPr algn="l">
              <a:defRPr/>
            </a:pPr>
            <a:r>
              <a:rPr sz="1100"/>
              <a:t>    instruction="Use the external_approval_tool with amount from state['approval_amount'] and reason from state['approval_reason'].",</a:t>
            </a:r>
            <a:endParaRPr sz="1100"/>
          </a:p>
          <a:p>
            <a:pPr algn="l">
              <a:defRPr/>
            </a:pPr>
            <a:r>
              <a:rPr sz="1100"/>
              <a:t>    tools=[approval_tool],</a:t>
            </a:r>
            <a:endParaRPr sz="1100"/>
          </a:p>
          <a:p>
            <a:pPr algn="l">
              <a:defRPr/>
            </a:pPr>
            <a:r>
              <a:rPr sz="1100"/>
              <a:t>    output_key="human_decision"</a:t>
            </a:r>
            <a:endParaRPr sz="1100"/>
          </a:p>
          <a:p>
            <a:pPr algn="l">
              <a:defRPr/>
            </a:pPr>
            <a:r>
              <a:rPr sz="1100"/>
              <a:t>)</a:t>
            </a:r>
            <a:endParaRPr sz="1100"/>
          </a:p>
          <a:p>
            <a:pPr algn="l">
              <a:defRPr/>
            </a:pPr>
            <a:endParaRPr sz="1100">
              <a:solidFill>
                <a:schemeClr val="accent2">
                  <a:lumMod val="75000"/>
                </a:schemeClr>
              </a:solidFill>
            </a:endParaRPr>
          </a:p>
          <a:p>
            <a:pPr algn="l">
              <a:defRPr/>
            </a:pPr>
            <a:r>
              <a:rPr sz="1100">
                <a:solidFill>
                  <a:schemeClr val="accent2">
                    <a:lumMod val="75000"/>
                  </a:schemeClr>
                </a:solidFill>
              </a:rPr>
              <a:t># Agent that proceeds based on human decision</a:t>
            </a:r>
            <a:endParaRPr sz="1100"/>
          </a:p>
          <a:p>
            <a:pPr algn="l">
              <a:defRPr/>
            </a:pPr>
            <a:r>
              <a:rPr sz="1100"/>
              <a:t>process_decision = LlmAgent(</a:t>
            </a:r>
            <a:endParaRPr sz="1100"/>
          </a:p>
          <a:p>
            <a:pPr algn="l">
              <a:defRPr/>
            </a:pPr>
            <a:r>
              <a:rPr sz="1100"/>
              <a:t>    name="ProcessDecision",</a:t>
            </a:r>
            <a:endParaRPr sz="1100"/>
          </a:p>
          <a:p>
            <a:pPr algn="l">
              <a:defRPr/>
            </a:pPr>
            <a:r>
              <a:rPr sz="1100"/>
              <a:t>    instruction="Check {human_decision}. If 'approved', proceed. If 'rejected', inform user."</a:t>
            </a:r>
            <a:endParaRPr sz="1100"/>
          </a:p>
          <a:p>
            <a:pPr algn="l">
              <a:defRPr/>
            </a:pPr>
            <a:r>
              <a:rPr sz="1100"/>
              <a:t>)</a:t>
            </a:r>
            <a:endParaRPr sz="1100"/>
          </a:p>
          <a:p>
            <a:pPr algn="l">
              <a:defRPr/>
            </a:pPr>
            <a:endParaRPr sz="1100"/>
          </a:p>
          <a:p>
            <a:pPr algn="l">
              <a:defRPr/>
            </a:pPr>
            <a:r>
              <a:rPr sz="1100"/>
              <a:t>approval_workflow = SequentialAgent(</a:t>
            </a:r>
            <a:endParaRPr sz="1100"/>
          </a:p>
          <a:p>
            <a:pPr algn="l">
              <a:defRPr/>
            </a:pPr>
            <a:r>
              <a:rPr sz="1100"/>
              <a:t>    name="HumanApprovalWorkflow",</a:t>
            </a:r>
            <a:endParaRPr sz="1100"/>
          </a:p>
          <a:p>
            <a:pPr algn="l">
              <a:defRPr/>
            </a:pPr>
            <a:r>
              <a:rPr sz="1100"/>
              <a:t>    sub_agents=[prepare_request, request_approval, process_decision]</a:t>
            </a:r>
            <a:endParaRPr sz="1100"/>
          </a:p>
          <a:p>
            <a:pPr algn="l">
              <a:defRPr/>
            </a:pPr>
            <a:r>
              <a:rPr sz="1100"/>
              <a:t>)</a:t>
            </a:r>
            <a:endParaRPr sz="11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1928576" name=""/>
          <p:cNvSpPr/>
          <p:nvPr/>
        </p:nvSpPr>
        <p:spPr bwMode="auto">
          <a:xfrm>
            <a:off x="2104017" y="2331359"/>
            <a:ext cx="7987203" cy="109764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a:t>All </a:t>
            </a:r>
            <a:r>
              <a:rPr sz="1500" b="0" i="0" u="none">
                <a:solidFill>
                  <a:srgbClr val="000000"/>
                </a:solidFill>
                <a:latin typeface="Arial"/>
                <a:ea typeface="Arial"/>
                <a:cs typeface="Arial"/>
              </a:rPr>
              <a:t>these patterns provide starting points for structuring your multi-agent systems.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You can mix and match them as needed to create the most effective architecture for your specific application.</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42637538" name=""/>
          <p:cNvSpPr/>
          <p:nvPr/>
        </p:nvSpPr>
        <p:spPr bwMode="auto">
          <a:xfrm>
            <a:off x="3938655" y="3246120"/>
            <a:ext cx="4315048"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Build agents with Agent Config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6936800" name=""/>
          <p:cNvPicPr>
            <a:picLocks noChangeAspect="1"/>
          </p:cNvPicPr>
          <p:nvPr/>
        </p:nvPicPr>
        <p:blipFill>
          <a:blip r:embed="rId3"/>
          <a:stretch/>
        </p:blipFill>
        <p:spPr bwMode="auto">
          <a:xfrm>
            <a:off x="64732" y="268179"/>
            <a:ext cx="5610224" cy="1895474"/>
          </a:xfrm>
          <a:prstGeom prst="rect">
            <a:avLst/>
          </a:prstGeom>
        </p:spPr>
      </p:pic>
      <p:pic>
        <p:nvPicPr>
          <p:cNvPr id="289403040" name=""/>
          <p:cNvPicPr>
            <a:picLocks noChangeAspect="1"/>
          </p:cNvPicPr>
          <p:nvPr/>
        </p:nvPicPr>
        <p:blipFill>
          <a:blip r:embed="rId4"/>
          <a:stretch/>
        </p:blipFill>
        <p:spPr bwMode="auto">
          <a:xfrm>
            <a:off x="6177378" y="506766"/>
            <a:ext cx="5638799" cy="3752848"/>
          </a:xfrm>
          <a:prstGeom prst="rect">
            <a:avLst/>
          </a:prstGeom>
        </p:spPr>
      </p:pic>
      <p:pic>
        <p:nvPicPr>
          <p:cNvPr id="1108421262" name=""/>
          <p:cNvPicPr>
            <a:picLocks noChangeAspect="1"/>
          </p:cNvPicPr>
          <p:nvPr/>
        </p:nvPicPr>
        <p:blipFill>
          <a:blip r:embed="rId5"/>
          <a:stretch/>
        </p:blipFill>
        <p:spPr bwMode="auto">
          <a:xfrm>
            <a:off x="2737281" y="4697766"/>
            <a:ext cx="7048499" cy="542925"/>
          </a:xfrm>
          <a:prstGeom prst="rect">
            <a:avLst/>
          </a:prstGeom>
        </p:spPr>
      </p:pic>
      <p:sp>
        <p:nvSpPr>
          <p:cNvPr id="1265920020" name="Slide Number Placeholder 3"/>
          <p:cNvSpPr>
            <a:spLocks noGrp="1"/>
          </p:cNvSpPr>
          <p:nvPr>
            <p:ph type="sldNum" sz="quarter" idx="12"/>
          </p:nvPr>
        </p:nvSpPr>
        <p:spPr bwMode="auto"/>
        <p:txBody>
          <a:bodyPr/>
          <a:lstStyle/>
          <a:p>
            <a:pPr>
              <a:defRPr/>
            </a:pPr>
            <a:fld id="{4D68FC47-FD6D-F311-C07C-87754A1C48EE}" type="slidenum">
              <a:rPr lang="en-US"/>
              <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68487273" name=""/>
          <p:cNvPicPr>
            <a:picLocks noChangeAspect="1"/>
          </p:cNvPicPr>
          <p:nvPr/>
        </p:nvPicPr>
        <p:blipFill>
          <a:blip r:embed="rId3"/>
          <a:stretch/>
        </p:blipFill>
        <p:spPr bwMode="auto">
          <a:xfrm>
            <a:off x="2163931" y="591844"/>
            <a:ext cx="8286750" cy="1504949"/>
          </a:xfrm>
          <a:prstGeom prst="rect">
            <a:avLst/>
          </a:prstGeom>
        </p:spPr>
      </p:pic>
      <p:pic>
        <p:nvPicPr>
          <p:cNvPr id="1628753127" name=""/>
          <p:cNvPicPr>
            <a:picLocks noChangeAspect="1"/>
          </p:cNvPicPr>
          <p:nvPr/>
        </p:nvPicPr>
        <p:blipFill>
          <a:blip r:embed="rId4"/>
          <a:stretch/>
        </p:blipFill>
        <p:spPr bwMode="auto">
          <a:xfrm>
            <a:off x="110970" y="2432111"/>
            <a:ext cx="3000375" cy="2181224"/>
          </a:xfrm>
          <a:prstGeom prst="rect">
            <a:avLst/>
          </a:prstGeom>
        </p:spPr>
      </p:pic>
      <p:pic>
        <p:nvPicPr>
          <p:cNvPr id="1952728729" name=""/>
          <p:cNvPicPr>
            <a:picLocks noChangeAspect="1"/>
          </p:cNvPicPr>
          <p:nvPr/>
        </p:nvPicPr>
        <p:blipFill>
          <a:blip r:embed="rId5"/>
          <a:stretch/>
        </p:blipFill>
        <p:spPr bwMode="auto">
          <a:xfrm>
            <a:off x="176767" y="5084962"/>
            <a:ext cx="5610224" cy="962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7909352" name=""/>
          <p:cNvPicPr>
            <a:picLocks noChangeAspect="1"/>
          </p:cNvPicPr>
          <p:nvPr/>
        </p:nvPicPr>
        <p:blipFill>
          <a:blip r:embed="rId3"/>
          <a:stretch/>
        </p:blipFill>
        <p:spPr bwMode="auto">
          <a:xfrm>
            <a:off x="3070194" y="1192936"/>
            <a:ext cx="4972050" cy="628649"/>
          </a:xfrm>
          <a:prstGeom prst="rect">
            <a:avLst/>
          </a:prstGeom>
        </p:spPr>
      </p:pic>
      <p:sp>
        <p:nvSpPr>
          <p:cNvPr id="294982264" name=""/>
          <p:cNvSpPr txBox="1"/>
          <p:nvPr/>
        </p:nvSpPr>
        <p:spPr bwMode="auto">
          <a:xfrm rot="0" flipH="0" flipV="0">
            <a:off x="3940412" y="360655"/>
            <a:ext cx="3123991"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ADK agentconfig</a:t>
            </a:r>
            <a:endParaRPr/>
          </a:p>
        </p:txBody>
      </p:sp>
      <p:pic>
        <p:nvPicPr>
          <p:cNvPr id="2119938544" name=""/>
          <p:cNvPicPr>
            <a:picLocks noChangeAspect="1"/>
          </p:cNvPicPr>
          <p:nvPr/>
        </p:nvPicPr>
        <p:blipFill>
          <a:blip r:embed="rId4"/>
          <a:stretch/>
        </p:blipFill>
        <p:spPr bwMode="auto">
          <a:xfrm>
            <a:off x="2896432" y="2071687"/>
            <a:ext cx="5857875" cy="27146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5421129" name=""/>
          <p:cNvPicPr>
            <a:picLocks noChangeAspect="1"/>
          </p:cNvPicPr>
          <p:nvPr/>
        </p:nvPicPr>
        <p:blipFill>
          <a:blip r:embed="rId3"/>
          <a:stretch/>
        </p:blipFill>
        <p:spPr bwMode="auto">
          <a:xfrm>
            <a:off x="2274902" y="508616"/>
            <a:ext cx="7010399" cy="742950"/>
          </a:xfrm>
          <a:prstGeom prst="rect">
            <a:avLst/>
          </a:prstGeom>
        </p:spPr>
      </p:pic>
      <p:pic>
        <p:nvPicPr>
          <p:cNvPr id="653567922" name=""/>
          <p:cNvPicPr>
            <a:picLocks noChangeAspect="1"/>
          </p:cNvPicPr>
          <p:nvPr/>
        </p:nvPicPr>
        <p:blipFill>
          <a:blip r:embed="rId4"/>
          <a:stretch/>
        </p:blipFill>
        <p:spPr bwMode="auto">
          <a:xfrm>
            <a:off x="2598567" y="1525849"/>
            <a:ext cx="4667249" cy="704849"/>
          </a:xfrm>
          <a:prstGeom prst="rect">
            <a:avLst/>
          </a:prstGeom>
        </p:spPr>
      </p:pic>
      <p:pic>
        <p:nvPicPr>
          <p:cNvPr id="2045513138" name=""/>
          <p:cNvPicPr>
            <a:picLocks noChangeAspect="1"/>
          </p:cNvPicPr>
          <p:nvPr/>
        </p:nvPicPr>
        <p:blipFill>
          <a:blip r:embed="rId5"/>
          <a:stretch/>
        </p:blipFill>
        <p:spPr bwMode="auto">
          <a:xfrm>
            <a:off x="2829202" y="2413616"/>
            <a:ext cx="2352674" cy="342900"/>
          </a:xfrm>
          <a:prstGeom prst="rect">
            <a:avLst/>
          </a:prstGeom>
        </p:spPr>
      </p:pic>
      <p:sp>
        <p:nvSpPr>
          <p:cNvPr id="1331323719" name=""/>
          <p:cNvSpPr txBox="1"/>
          <p:nvPr/>
        </p:nvSpPr>
        <p:spPr bwMode="auto">
          <a:xfrm rot="0" flipH="0" flipV="0">
            <a:off x="1795338" y="3056655"/>
            <a:ext cx="8286182" cy="1371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75000"/>
                  </a:schemeClr>
                </a:solidFill>
              </a:rPr>
              <a:t># yaml-language-server: $schema=https://raw.githubusercontent.com/google/adk-python/refs/heads/main/src/google/adk/agents/config_schemas/AgentConfig.json</a:t>
            </a:r>
            <a:endParaRPr sz="1400"/>
          </a:p>
          <a:p>
            <a:pPr algn="l">
              <a:defRPr/>
            </a:pPr>
            <a:r>
              <a:rPr sz="1400"/>
              <a:t>name: assistant_agent</a:t>
            </a:r>
            <a:endParaRPr sz="1400"/>
          </a:p>
          <a:p>
            <a:pPr algn="l">
              <a:defRPr/>
            </a:pPr>
            <a:r>
              <a:rPr sz="1400"/>
              <a:t>model: gemini-2.5-flash</a:t>
            </a:r>
            <a:endParaRPr sz="1400"/>
          </a:p>
          <a:p>
            <a:pPr algn="l">
              <a:defRPr/>
            </a:pPr>
            <a:r>
              <a:rPr sz="1400"/>
              <a:t>description: A helper agent that can answer users' questions.</a:t>
            </a:r>
            <a:endParaRPr sz="1400"/>
          </a:p>
          <a:p>
            <a:pPr algn="l">
              <a:defRPr/>
            </a:pPr>
            <a:r>
              <a:rPr sz="1400"/>
              <a:t>instruction: You are an agent to help answer users' various questions.</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24234688" name=""/>
          <p:cNvPicPr>
            <a:picLocks noChangeAspect="1"/>
          </p:cNvPicPr>
          <p:nvPr/>
        </p:nvPicPr>
        <p:blipFill>
          <a:blip r:embed="rId3"/>
          <a:stretch/>
        </p:blipFill>
        <p:spPr bwMode="auto">
          <a:xfrm>
            <a:off x="3043237" y="601092"/>
            <a:ext cx="6105524" cy="2666999"/>
          </a:xfrm>
          <a:prstGeom prst="rect">
            <a:avLst/>
          </a:prstGeom>
        </p:spPr>
      </p:pic>
      <p:pic>
        <p:nvPicPr>
          <p:cNvPr id="2062708420" name=""/>
          <p:cNvPicPr>
            <a:picLocks noChangeAspect="1"/>
          </p:cNvPicPr>
          <p:nvPr/>
        </p:nvPicPr>
        <p:blipFill>
          <a:blip r:embed="rId4"/>
          <a:stretch/>
        </p:blipFill>
        <p:spPr bwMode="auto">
          <a:xfrm>
            <a:off x="3043237" y="3539970"/>
            <a:ext cx="6515100" cy="2686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39177245" name=""/>
          <p:cNvPicPr>
            <a:picLocks noChangeAspect="1"/>
          </p:cNvPicPr>
          <p:nvPr/>
        </p:nvPicPr>
        <p:blipFill>
          <a:blip r:embed="rId3"/>
          <a:stretch/>
        </p:blipFill>
        <p:spPr bwMode="auto">
          <a:xfrm>
            <a:off x="2635558" y="719137"/>
            <a:ext cx="6543675" cy="54197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1720464" name=""/>
          <p:cNvPicPr>
            <a:picLocks noChangeAspect="1"/>
          </p:cNvPicPr>
          <p:nvPr/>
        </p:nvPicPr>
        <p:blipFill>
          <a:blip r:embed="rId3"/>
          <a:stretch/>
        </p:blipFill>
        <p:spPr bwMode="auto">
          <a:xfrm>
            <a:off x="2496705" y="1146699"/>
            <a:ext cx="7439024" cy="33527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6316243" name=""/>
          <p:cNvPicPr>
            <a:picLocks noChangeAspect="1"/>
          </p:cNvPicPr>
          <p:nvPr/>
        </p:nvPicPr>
        <p:blipFill>
          <a:blip r:embed="rId3"/>
          <a:stretch/>
        </p:blipFill>
        <p:spPr bwMode="auto">
          <a:xfrm>
            <a:off x="2644805" y="409574"/>
            <a:ext cx="5695949" cy="60388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0063608" name=""/>
          <p:cNvSpPr/>
          <p:nvPr/>
        </p:nvSpPr>
        <p:spPr bwMode="auto">
          <a:xfrm>
            <a:off x="3805194" y="3246120"/>
            <a:ext cx="4581967"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Using Different Models with ADK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797393" name=""/>
          <p:cNvPicPr>
            <a:picLocks noChangeAspect="1"/>
          </p:cNvPicPr>
          <p:nvPr/>
        </p:nvPicPr>
        <p:blipFill>
          <a:blip r:embed="rId3"/>
          <a:stretch/>
        </p:blipFill>
        <p:spPr bwMode="auto">
          <a:xfrm>
            <a:off x="1831019" y="1220679"/>
            <a:ext cx="8220074" cy="33527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7283693" name=""/>
          <p:cNvSpPr/>
          <p:nvPr/>
        </p:nvSpPr>
        <p:spPr bwMode="auto">
          <a:xfrm>
            <a:off x="4471668" y="3288029"/>
            <a:ext cx="3249023"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Using Google Gemini Models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24535831" name=""/>
          <p:cNvPicPr>
            <a:picLocks noChangeAspect="1"/>
          </p:cNvPicPr>
          <p:nvPr/>
        </p:nvPicPr>
        <p:blipFill>
          <a:blip r:embed="rId3"/>
          <a:stretch/>
        </p:blipFill>
        <p:spPr bwMode="auto">
          <a:xfrm>
            <a:off x="1535096" y="702815"/>
            <a:ext cx="8343900" cy="5153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31720135" name=""/>
          <p:cNvPicPr>
            <a:picLocks noChangeAspect="1"/>
          </p:cNvPicPr>
          <p:nvPr/>
        </p:nvPicPr>
        <p:blipFill>
          <a:blip r:embed="rId3"/>
          <a:stretch/>
        </p:blipFill>
        <p:spPr bwMode="auto">
          <a:xfrm flipH="0" flipV="0">
            <a:off x="721310" y="466447"/>
            <a:ext cx="7021740" cy="5925104"/>
          </a:xfrm>
          <a:prstGeom prst="rect">
            <a:avLst/>
          </a:prstGeom>
        </p:spPr>
      </p:pic>
      <p:sp>
        <p:nvSpPr>
          <p:cNvPr id="1804754745" name=""/>
          <p:cNvSpPr txBox="1"/>
          <p:nvPr/>
        </p:nvSpPr>
        <p:spPr bwMode="auto">
          <a:xfrm rot="0" flipH="0" flipV="0">
            <a:off x="7705396" y="2924008"/>
            <a:ext cx="480917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a:t>https://cloud.google.com/vertex-ai/generative-ai/docs/models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8018333" name=""/>
          <p:cNvPicPr>
            <a:picLocks noChangeAspect="1"/>
          </p:cNvPicPr>
          <p:nvPr/>
        </p:nvPicPr>
        <p:blipFill>
          <a:blip r:embed="rId3"/>
          <a:stretch/>
        </p:blipFill>
        <p:spPr bwMode="auto">
          <a:xfrm flipH="0" flipV="0">
            <a:off x="0" y="231189"/>
            <a:ext cx="6881140" cy="2335309"/>
          </a:xfrm>
          <a:prstGeom prst="rect">
            <a:avLst/>
          </a:prstGeom>
        </p:spPr>
      </p:pic>
      <p:pic>
        <p:nvPicPr>
          <p:cNvPr id="778568465" name=""/>
          <p:cNvPicPr>
            <a:picLocks noChangeAspect="1"/>
          </p:cNvPicPr>
          <p:nvPr/>
        </p:nvPicPr>
        <p:blipFill>
          <a:blip r:embed="rId4"/>
          <a:stretch/>
        </p:blipFill>
        <p:spPr bwMode="auto">
          <a:xfrm flipH="0" flipV="0">
            <a:off x="4836480" y="2718786"/>
            <a:ext cx="7278786" cy="392443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2213172" name=""/>
          <p:cNvSpPr/>
          <p:nvPr/>
        </p:nvSpPr>
        <p:spPr bwMode="auto">
          <a:xfrm>
            <a:off x="5603515" y="3246120"/>
            <a:ext cx="985327"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Tools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88296274" name=""/>
          <p:cNvPicPr>
            <a:picLocks noChangeAspect="1"/>
          </p:cNvPicPr>
          <p:nvPr/>
        </p:nvPicPr>
        <p:blipFill>
          <a:blip r:embed="rId3"/>
          <a:stretch/>
        </p:blipFill>
        <p:spPr bwMode="auto">
          <a:xfrm>
            <a:off x="1929506" y="860024"/>
            <a:ext cx="7334249" cy="2190749"/>
          </a:xfrm>
          <a:prstGeom prst="rect">
            <a:avLst/>
          </a:prstGeom>
        </p:spPr>
      </p:pic>
      <p:pic>
        <p:nvPicPr>
          <p:cNvPr id="2090796628" name=""/>
          <p:cNvPicPr>
            <a:picLocks noChangeAspect="1"/>
          </p:cNvPicPr>
          <p:nvPr/>
        </p:nvPicPr>
        <p:blipFill>
          <a:blip r:embed="rId4"/>
          <a:stretch/>
        </p:blipFill>
        <p:spPr bwMode="auto">
          <a:xfrm flipH="0" flipV="0">
            <a:off x="1240028" y="3475237"/>
            <a:ext cx="9068702" cy="134432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66775243" name=""/>
          <p:cNvPicPr>
            <a:picLocks noChangeAspect="1"/>
          </p:cNvPicPr>
          <p:nvPr/>
        </p:nvPicPr>
        <p:blipFill>
          <a:blip r:embed="rId3"/>
          <a:stretch/>
        </p:blipFill>
        <p:spPr bwMode="auto">
          <a:xfrm>
            <a:off x="2433637" y="915509"/>
            <a:ext cx="7324724" cy="36194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79143374" name=""/>
          <p:cNvPicPr>
            <a:picLocks noChangeAspect="1"/>
          </p:cNvPicPr>
          <p:nvPr/>
        </p:nvPicPr>
        <p:blipFill>
          <a:blip r:embed="rId3"/>
          <a:stretch/>
        </p:blipFill>
        <p:spPr bwMode="auto">
          <a:xfrm>
            <a:off x="166456" y="101723"/>
            <a:ext cx="5619749" cy="2990849"/>
          </a:xfrm>
          <a:prstGeom prst="rect">
            <a:avLst/>
          </a:prstGeom>
        </p:spPr>
      </p:pic>
      <p:pic>
        <p:nvPicPr>
          <p:cNvPr id="1996737263" name=""/>
          <p:cNvPicPr>
            <a:picLocks noChangeAspect="1"/>
          </p:cNvPicPr>
          <p:nvPr/>
        </p:nvPicPr>
        <p:blipFill>
          <a:blip r:embed="rId4"/>
          <a:stretch/>
        </p:blipFill>
        <p:spPr bwMode="auto">
          <a:xfrm>
            <a:off x="5992427" y="3532572"/>
            <a:ext cx="5829300" cy="29908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1661177" name=""/>
          <p:cNvPicPr>
            <a:picLocks noChangeAspect="1"/>
          </p:cNvPicPr>
          <p:nvPr/>
        </p:nvPicPr>
        <p:blipFill>
          <a:blip r:embed="rId3"/>
          <a:stretch/>
        </p:blipFill>
        <p:spPr bwMode="auto">
          <a:xfrm>
            <a:off x="2571750" y="998737"/>
            <a:ext cx="7048499" cy="304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89715280" name=""/>
          <p:cNvPicPr>
            <a:picLocks noChangeAspect="1"/>
          </p:cNvPicPr>
          <p:nvPr/>
        </p:nvPicPr>
        <p:blipFill>
          <a:blip r:embed="rId3"/>
          <a:stretch/>
        </p:blipFill>
        <p:spPr bwMode="auto">
          <a:xfrm>
            <a:off x="147961" y="369902"/>
            <a:ext cx="6286500" cy="2752723"/>
          </a:xfrm>
          <a:prstGeom prst="rect">
            <a:avLst/>
          </a:prstGeom>
        </p:spPr>
      </p:pic>
      <p:pic>
        <p:nvPicPr>
          <p:cNvPr id="302908718" name=""/>
          <p:cNvPicPr>
            <a:picLocks noChangeAspect="1"/>
          </p:cNvPicPr>
          <p:nvPr/>
        </p:nvPicPr>
        <p:blipFill>
          <a:blip r:embed="rId4"/>
          <a:stretch/>
        </p:blipFill>
        <p:spPr bwMode="auto">
          <a:xfrm>
            <a:off x="4281626" y="3930218"/>
            <a:ext cx="8296274" cy="19811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19768806" name=""/>
          <p:cNvPicPr>
            <a:picLocks noChangeAspect="1"/>
          </p:cNvPicPr>
          <p:nvPr/>
        </p:nvPicPr>
        <p:blipFill>
          <a:blip r:embed="rId3"/>
          <a:stretch/>
        </p:blipFill>
        <p:spPr bwMode="auto">
          <a:xfrm>
            <a:off x="1479611" y="850776"/>
            <a:ext cx="8162924" cy="47624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05191536" name=""/>
          <p:cNvPicPr>
            <a:picLocks noChangeAspect="1"/>
          </p:cNvPicPr>
          <p:nvPr/>
        </p:nvPicPr>
        <p:blipFill>
          <a:blip r:embed="rId3"/>
          <a:stretch/>
        </p:blipFill>
        <p:spPr bwMode="auto">
          <a:xfrm>
            <a:off x="1849514" y="832281"/>
            <a:ext cx="8296274" cy="45624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6102661" name=""/>
          <p:cNvPicPr>
            <a:picLocks noChangeAspect="1"/>
          </p:cNvPicPr>
          <p:nvPr/>
        </p:nvPicPr>
        <p:blipFill>
          <a:blip r:embed="rId3"/>
          <a:stretch/>
        </p:blipFill>
        <p:spPr bwMode="auto">
          <a:xfrm>
            <a:off x="1812524" y="656577"/>
            <a:ext cx="7286625" cy="45053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229606" name=""/>
          <p:cNvPicPr>
            <a:picLocks noChangeAspect="1"/>
          </p:cNvPicPr>
          <p:nvPr/>
        </p:nvPicPr>
        <p:blipFill>
          <a:blip r:embed="rId3"/>
          <a:stretch/>
        </p:blipFill>
        <p:spPr bwMode="auto">
          <a:xfrm>
            <a:off x="3236650" y="1061898"/>
            <a:ext cx="4924424" cy="1323974"/>
          </a:xfrm>
          <a:prstGeom prst="rect">
            <a:avLst/>
          </a:prstGeom>
        </p:spPr>
      </p:pic>
      <p:sp>
        <p:nvSpPr>
          <p:cNvPr id="177511869" name=""/>
          <p:cNvSpPr txBox="1"/>
          <p:nvPr/>
        </p:nvSpPr>
        <p:spPr bwMode="auto">
          <a:xfrm rot="0" flipH="0" flipV="0">
            <a:off x="2904683" y="3310629"/>
            <a:ext cx="2122485"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refere - </a:t>
            </a:r>
            <a:r>
              <a:rPr u="sng">
                <a:hlinkClick r:id="rId4" tooltip="tools"/>
              </a:rPr>
              <a:t>#tools.py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41392415" name=""/>
          <p:cNvPicPr>
            <a:picLocks noChangeAspect="1"/>
          </p:cNvPicPr>
          <p:nvPr/>
        </p:nvPicPr>
        <p:blipFill>
          <a:blip r:embed="rId3"/>
          <a:stretch/>
        </p:blipFill>
        <p:spPr bwMode="auto">
          <a:xfrm>
            <a:off x="1395412" y="406892"/>
            <a:ext cx="2790824" cy="2295524"/>
          </a:xfrm>
          <a:prstGeom prst="rect">
            <a:avLst/>
          </a:prstGeom>
        </p:spPr>
      </p:pic>
      <p:pic>
        <p:nvPicPr>
          <p:cNvPr id="609038764" name=""/>
          <p:cNvPicPr>
            <a:picLocks noChangeAspect="1"/>
          </p:cNvPicPr>
          <p:nvPr/>
        </p:nvPicPr>
        <p:blipFill>
          <a:blip r:embed="rId4"/>
          <a:stretch/>
        </p:blipFill>
        <p:spPr bwMode="auto">
          <a:xfrm>
            <a:off x="4938203" y="2968470"/>
            <a:ext cx="5886449" cy="36861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6366422" name=""/>
          <p:cNvSpPr txBox="1"/>
          <p:nvPr/>
        </p:nvSpPr>
        <p:spPr bwMode="auto">
          <a:xfrm rot="0" flipH="0" flipV="0">
            <a:off x="370129" y="538356"/>
            <a:ext cx="9433964" cy="3292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75000"/>
                  </a:schemeClr>
                </a:solidFill>
              </a:rPr>
              <a:t># yaml-language-server: $schema=https://raw.githubusercontent.com/google/adk-python/refs/heads/main/src/google/adk/agents/config_schemas/AgentConfig.json</a:t>
            </a:r>
            <a:endParaRPr sz="1400">
              <a:solidFill>
                <a:schemeClr val="accent2">
                  <a:lumMod val="75000"/>
                </a:schemeClr>
              </a:solidFill>
            </a:endParaRPr>
          </a:p>
          <a:p>
            <a:pPr algn="l">
              <a:defRPr/>
            </a:pPr>
            <a:r>
              <a:rPr sz="1400"/>
              <a:t>agent_class: LlmAgent</a:t>
            </a:r>
            <a:endParaRPr sz="1400"/>
          </a:p>
          <a:p>
            <a:pPr algn="l">
              <a:defRPr/>
            </a:pPr>
            <a:r>
              <a:rPr sz="1400"/>
              <a:t>name: main_agent</a:t>
            </a:r>
            <a:endParaRPr sz="1400"/>
          </a:p>
          <a:p>
            <a:pPr algn="l">
              <a:defRPr/>
            </a:pPr>
            <a:r>
              <a:rPr sz="1400"/>
              <a:t>model: gemini-2.5-flash</a:t>
            </a:r>
            <a:endParaRPr sz="1400"/>
          </a:p>
          <a:p>
            <a:pPr algn="l">
              <a:defRPr/>
            </a:pPr>
            <a:r>
              <a:rPr sz="1400"/>
              <a:t>instruction: &gt;</a:t>
            </a:r>
            <a:endParaRPr sz="1400"/>
          </a:p>
          <a:p>
            <a:pPr algn="l">
              <a:defRPr/>
            </a:pPr>
            <a:r>
              <a:rPr sz="1400"/>
              <a:t>  You are the first point of contact for customer support of an analytics tool.</a:t>
            </a:r>
            <a:endParaRPr sz="1400"/>
          </a:p>
          <a:p>
            <a:pPr algn="l">
              <a:defRPr/>
            </a:pPr>
            <a:r>
              <a:rPr sz="1400"/>
              <a:t>  Answer general queries. If the user indicates urgency, use the 'check_and_transfer' tool.</a:t>
            </a:r>
            <a:endParaRPr sz="1400"/>
          </a:p>
          <a:p>
            <a:pPr algn="l">
              <a:defRPr/>
            </a:pPr>
            <a:endParaRPr sz="1400"/>
          </a:p>
          <a:p>
            <a:pPr algn="l">
              <a:defRPr/>
            </a:pPr>
            <a:r>
              <a:rPr sz="1400"/>
              <a:t>tools:</a:t>
            </a:r>
            <a:endParaRPr sz="1400"/>
          </a:p>
          <a:p>
            <a:pPr algn="l">
              <a:defRPr/>
            </a:pPr>
            <a:r>
              <a:rPr sz="1400"/>
              <a:t>  - name: support_demo.tools.check_and_transfer</a:t>
            </a:r>
            <a:endParaRPr sz="1400"/>
          </a:p>
          <a:p>
            <a:pPr algn="l">
              <a:defRPr/>
            </a:pPr>
            <a:endParaRPr sz="1400"/>
          </a:p>
          <a:p>
            <a:pPr algn="l">
              <a:defRPr/>
            </a:pPr>
            <a:r>
              <a:rPr sz="1400">
                <a:solidFill>
                  <a:schemeClr val="accent2">
                    <a:lumMod val="75000"/>
                  </a:schemeClr>
                </a:solidFill>
              </a:rPr>
              <a:t># Reference sub-agents by config file (do NOT inline their fields here)</a:t>
            </a:r>
            <a:endParaRPr sz="1400">
              <a:solidFill>
                <a:schemeClr val="accent2">
                  <a:lumMod val="75000"/>
                </a:schemeClr>
              </a:solidFill>
            </a:endParaRPr>
          </a:p>
          <a:p>
            <a:pPr algn="l">
              <a:defRPr/>
            </a:pPr>
            <a:r>
              <a:rPr sz="1400"/>
              <a:t>sub_agents:</a:t>
            </a:r>
            <a:endParaRPr sz="1400"/>
          </a:p>
          <a:p>
            <a:pPr algn="l">
              <a:defRPr/>
            </a:pPr>
            <a:r>
              <a:rPr sz="1400"/>
              <a:t>  - config_path: support_agent.yaml</a:t>
            </a:r>
            <a:endParaRPr sz="1400"/>
          </a:p>
        </p:txBody>
      </p:sp>
      <p:pic>
        <p:nvPicPr>
          <p:cNvPr id="1572604391" name=""/>
          <p:cNvPicPr>
            <a:picLocks noChangeAspect="1"/>
          </p:cNvPicPr>
          <p:nvPr/>
        </p:nvPicPr>
        <p:blipFill>
          <a:blip r:embed="rId3"/>
          <a:stretch/>
        </p:blipFill>
        <p:spPr bwMode="auto">
          <a:xfrm>
            <a:off x="0" y="0"/>
            <a:ext cx="3457575" cy="361949"/>
          </a:xfrm>
          <a:prstGeom prst="rect">
            <a:avLst/>
          </a:prstGeom>
        </p:spPr>
      </p:pic>
      <p:pic>
        <p:nvPicPr>
          <p:cNvPr id="1421100309" name=""/>
          <p:cNvPicPr>
            <a:picLocks noChangeAspect="1"/>
          </p:cNvPicPr>
          <p:nvPr/>
        </p:nvPicPr>
        <p:blipFill>
          <a:blip r:embed="rId4"/>
          <a:stretch/>
        </p:blipFill>
        <p:spPr bwMode="auto">
          <a:xfrm>
            <a:off x="7083640" y="3116431"/>
            <a:ext cx="4143375" cy="361949"/>
          </a:xfrm>
          <a:prstGeom prst="rect">
            <a:avLst/>
          </a:prstGeom>
        </p:spPr>
      </p:pic>
      <p:sp>
        <p:nvSpPr>
          <p:cNvPr id="25798839" name=""/>
          <p:cNvSpPr txBox="1"/>
          <p:nvPr/>
        </p:nvSpPr>
        <p:spPr bwMode="auto">
          <a:xfrm rot="0" flipH="0" flipV="0">
            <a:off x="5087111" y="4085577"/>
            <a:ext cx="6746713" cy="1798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400">
                <a:solidFill>
                  <a:schemeClr val="accent2">
                    <a:lumMod val="75000"/>
                  </a:schemeClr>
                </a:solidFill>
              </a:rPr>
              <a:t># yaml-language-server: $schema=https://raw.githubusercontent.com/google/adk-python/refs/heads/main/src/google/adk/agents/config_schemas/AgentConfig.json</a:t>
            </a:r>
            <a:endParaRPr sz="1400">
              <a:solidFill>
                <a:schemeClr val="accent2">
                  <a:lumMod val="75000"/>
                </a:schemeClr>
              </a:solidFill>
            </a:endParaRPr>
          </a:p>
          <a:p>
            <a:pPr algn="l">
              <a:defRPr/>
            </a:pPr>
            <a:r>
              <a:rPr sz="1400"/>
              <a:t>agent_class: LlmAgent</a:t>
            </a:r>
            <a:endParaRPr sz="1400"/>
          </a:p>
          <a:p>
            <a:pPr algn="l">
              <a:defRPr/>
            </a:pPr>
            <a:r>
              <a:rPr sz="1400"/>
              <a:t>name: support_agent</a:t>
            </a:r>
            <a:endParaRPr sz="1400"/>
          </a:p>
          <a:p>
            <a:pPr algn="l">
              <a:defRPr/>
            </a:pPr>
            <a:r>
              <a:rPr sz="1400"/>
              <a:t>model: gemini-2.5-flash</a:t>
            </a:r>
            <a:endParaRPr sz="1400"/>
          </a:p>
          <a:p>
            <a:pPr algn="l">
              <a:defRPr/>
            </a:pPr>
            <a:r>
              <a:rPr sz="1400"/>
              <a:t>instruction: &gt;</a:t>
            </a:r>
            <a:endParaRPr sz="1400"/>
          </a:p>
          <a:p>
            <a:pPr algn="l">
              <a:defRPr/>
            </a:pPr>
            <a:r>
              <a:rPr sz="1400"/>
              <a:t>  You are the dedicated support agent. Mention that you are a support handler</a:t>
            </a:r>
            <a:endParaRPr sz="1400"/>
          </a:p>
          <a:p>
            <a:pPr algn="l">
              <a:defRPr/>
            </a:pPr>
            <a:r>
              <a:rPr sz="1400"/>
              <a:t>  and help the user with their urgent issue in a concise, actionable way.</a:t>
            </a:r>
            <a:endParaRPr sz="1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99002801" name=""/>
          <p:cNvPicPr>
            <a:picLocks noChangeAspect="1"/>
          </p:cNvPicPr>
          <p:nvPr/>
        </p:nvPicPr>
        <p:blipFill>
          <a:blip r:embed="rId3"/>
          <a:stretch/>
        </p:blipFill>
        <p:spPr bwMode="auto">
          <a:xfrm>
            <a:off x="416140" y="231189"/>
            <a:ext cx="4752974" cy="3914775"/>
          </a:xfrm>
          <a:prstGeom prst="rect">
            <a:avLst/>
          </a:prstGeom>
        </p:spPr>
      </p:pic>
      <p:pic>
        <p:nvPicPr>
          <p:cNvPr id="1167822018" name=""/>
          <p:cNvPicPr>
            <a:picLocks noChangeAspect="1"/>
          </p:cNvPicPr>
          <p:nvPr/>
        </p:nvPicPr>
        <p:blipFill>
          <a:blip r:embed="rId4"/>
          <a:stretch/>
        </p:blipFill>
        <p:spPr bwMode="auto">
          <a:xfrm>
            <a:off x="6029417" y="231189"/>
            <a:ext cx="2333624" cy="2838449"/>
          </a:xfrm>
          <a:prstGeom prst="rect">
            <a:avLst/>
          </a:prstGeom>
        </p:spPr>
      </p:pic>
      <p:pic>
        <p:nvPicPr>
          <p:cNvPr id="401682786" name=""/>
          <p:cNvPicPr>
            <a:picLocks noChangeAspect="1"/>
          </p:cNvPicPr>
          <p:nvPr/>
        </p:nvPicPr>
        <p:blipFill>
          <a:blip r:embed="rId5"/>
          <a:stretch/>
        </p:blipFill>
        <p:spPr bwMode="auto">
          <a:xfrm>
            <a:off x="5978324" y="3569563"/>
            <a:ext cx="5953124" cy="12477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882720" name=""/>
          <p:cNvSpPr/>
          <p:nvPr/>
        </p:nvSpPr>
        <p:spPr bwMode="auto">
          <a:xfrm>
            <a:off x="5159812" y="3246120"/>
            <a:ext cx="1872734"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Built-in tools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09287607" name=""/>
          <p:cNvPicPr>
            <a:picLocks noChangeAspect="1"/>
          </p:cNvPicPr>
          <p:nvPr/>
        </p:nvPicPr>
        <p:blipFill>
          <a:blip r:embed="rId3"/>
          <a:stretch/>
        </p:blipFill>
        <p:spPr bwMode="auto">
          <a:xfrm>
            <a:off x="2256407" y="360655"/>
            <a:ext cx="8096249" cy="2143125"/>
          </a:xfrm>
          <a:prstGeom prst="rect">
            <a:avLst/>
          </a:prstGeom>
        </p:spPr>
      </p:pic>
      <p:pic>
        <p:nvPicPr>
          <p:cNvPr id="171568138" name=""/>
          <p:cNvPicPr>
            <a:picLocks noChangeAspect="1"/>
          </p:cNvPicPr>
          <p:nvPr/>
        </p:nvPicPr>
        <p:blipFill>
          <a:blip r:embed="rId4"/>
          <a:stretch/>
        </p:blipFill>
        <p:spPr bwMode="auto">
          <a:xfrm>
            <a:off x="2145436" y="3005461"/>
            <a:ext cx="8096249" cy="31051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2301673" name=""/>
          <p:cNvSpPr/>
          <p:nvPr/>
        </p:nvSpPr>
        <p:spPr bwMode="auto">
          <a:xfrm>
            <a:off x="4394792" y="1124097"/>
            <a:ext cx="2496512" cy="3737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Available Built-in tools</a:t>
            </a:r>
            <a:endParaRPr/>
          </a:p>
        </p:txBody>
      </p:sp>
      <p:sp>
        <p:nvSpPr>
          <p:cNvPr id="1102374500" name=""/>
          <p:cNvSpPr/>
          <p:nvPr/>
        </p:nvSpPr>
        <p:spPr bwMode="auto">
          <a:xfrm flipH="0" flipV="0">
            <a:off x="1646517" y="2319069"/>
            <a:ext cx="8758667" cy="100620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Google Search</a:t>
            </a:r>
            <a:br>
              <a:rPr sz="1500" b="0" i="0" u="none" spc="-14">
                <a:solidFill>
                  <a:srgbClr val="000000"/>
                </a:solidFill>
                <a:latin typeface="Arial"/>
                <a:ea typeface="Arial"/>
                <a:cs typeface="Arial"/>
              </a:rPr>
            </a:br>
            <a:endParaRPr sz="1500" b="0" i="0" u="none" spc="-14">
              <a:solidFill>
                <a:srgbClr val="000000"/>
              </a:solidFill>
              <a:latin typeface="Arial"/>
              <a:ea typeface="Arial"/>
              <a:cs typeface="Arial"/>
            </a:endParaRPr>
          </a:p>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google_search</a:t>
            </a:r>
            <a:r>
              <a:rPr sz="1500" b="0" i="0" u="none">
                <a:solidFill>
                  <a:srgbClr val="000000"/>
                </a:solidFill>
                <a:latin typeface="Arial"/>
                <a:ea typeface="Arial"/>
                <a:cs typeface="Arial"/>
              </a:rPr>
              <a:t> </a:t>
            </a:r>
            <a:r>
              <a:rPr sz="1500" b="0" i="0" u="none">
                <a:solidFill>
                  <a:srgbClr val="000000"/>
                </a:solidFill>
                <a:latin typeface="Arial"/>
                <a:ea typeface="Arial"/>
                <a:cs typeface="Arial"/>
              </a:rPr>
              <a:t>tool allows the agent to perform web searches using Google Search. 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google_search</a:t>
            </a:r>
            <a:r>
              <a:rPr sz="1500" b="0" i="0" u="none">
                <a:solidFill>
                  <a:srgbClr val="000000"/>
                </a:solidFill>
                <a:latin typeface="Arial"/>
                <a:ea typeface="Arial"/>
                <a:cs typeface="Arial"/>
              </a:rPr>
              <a:t> </a:t>
            </a:r>
            <a:r>
              <a:rPr sz="1500" b="0" i="0" u="none">
                <a:solidFill>
                  <a:srgbClr val="000000"/>
                </a:solidFill>
                <a:latin typeface="Arial"/>
                <a:ea typeface="Arial"/>
                <a:cs typeface="Arial"/>
              </a:rPr>
              <a:t>tool is only compatible with Gemini 2 models.</a:t>
            </a:r>
            <a:endParaRPr/>
          </a:p>
        </p:txBody>
      </p:sp>
      <p:sp>
        <p:nvSpPr>
          <p:cNvPr id="1860505543" name=""/>
          <p:cNvSpPr txBox="1"/>
          <p:nvPr/>
        </p:nvSpPr>
        <p:spPr bwMode="auto">
          <a:xfrm rot="0" flipH="0" flipV="0">
            <a:off x="1714592" y="3699250"/>
            <a:ext cx="1570363"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a:t>Ref - search_agent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9082315" name=""/>
          <p:cNvSpPr/>
          <p:nvPr/>
        </p:nvSpPr>
        <p:spPr bwMode="auto">
          <a:xfrm>
            <a:off x="5170719" y="503437"/>
            <a:ext cx="1573493"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Code Execution</a:t>
            </a:r>
            <a:endParaRPr/>
          </a:p>
        </p:txBody>
      </p:sp>
      <p:sp>
        <p:nvSpPr>
          <p:cNvPr id="1574665233" name=""/>
          <p:cNvSpPr/>
          <p:nvPr/>
        </p:nvSpPr>
        <p:spPr bwMode="auto">
          <a:xfrm>
            <a:off x="1939677" y="1720788"/>
            <a:ext cx="8188937" cy="20120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built_in_code_execution</a:t>
            </a:r>
            <a:r>
              <a:rPr sz="1500" b="0" i="0" u="none">
                <a:solidFill>
                  <a:srgbClr val="000000"/>
                </a:solidFill>
                <a:latin typeface="Arial"/>
                <a:ea typeface="Arial"/>
                <a:cs typeface="Arial"/>
              </a:rPr>
              <a:t> </a:t>
            </a:r>
            <a:r>
              <a:rPr sz="1500" b="0" i="0" u="none">
                <a:solidFill>
                  <a:srgbClr val="000000"/>
                </a:solidFill>
                <a:latin typeface="Arial"/>
                <a:ea typeface="Arial"/>
                <a:cs typeface="Arial"/>
              </a:rPr>
              <a:t>tool enables the agent to execute code, specifically when using Gemini 2 models.</a:t>
            </a:r>
            <a:r>
              <a:rPr sz="1500" b="0" i="0" u="none">
                <a:solidFill>
                  <a:srgbClr val="000000"/>
                </a:solidFill>
                <a:latin typeface="Arial"/>
                <a:ea typeface="Arial"/>
                <a:cs typeface="Arial"/>
              </a:rPr>
              <a:t> </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This allows the model to perform tasks like calculations, data manipulation, or running small scripts.</a:t>
            </a:r>
            <a:endParaRPr/>
          </a:p>
          <a:p>
            <a:pPr>
              <a:defRPr/>
            </a:pPr>
            <a:endParaRPr sz="1500" b="0" i="0" u="none">
              <a:solidFill>
                <a:srgbClr val="000000"/>
              </a:solidFill>
              <a:latin typeface="Arial"/>
              <a:ea typeface="Arial"/>
              <a:cs typeface="Arial"/>
            </a:endParaRPr>
          </a:p>
          <a:p>
            <a:pPr>
              <a:defRPr/>
            </a:pPr>
            <a:endParaRPr sz="1500" b="0" i="0" u="none">
              <a:solidFill>
                <a:srgbClr val="000000"/>
              </a:solidFill>
              <a:latin typeface="Arial"/>
              <a:ea typeface="Arial"/>
              <a:cs typeface="Arial"/>
            </a:endParaRPr>
          </a:p>
          <a:p>
            <a:pPr>
              <a:defRPr/>
            </a:pPr>
            <a:r>
              <a:rPr/>
              <a:t>Ref: calc</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6710251" name=""/>
          <p:cNvSpPr/>
          <p:nvPr/>
        </p:nvSpPr>
        <p:spPr bwMode="auto">
          <a:xfrm>
            <a:off x="4688550" y="410961"/>
            <a:ext cx="2112443"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Vertex AI RAG Engine</a:t>
            </a:r>
            <a:endParaRPr/>
          </a:p>
        </p:txBody>
      </p:sp>
      <p:sp>
        <p:nvSpPr>
          <p:cNvPr id="176975625" name=""/>
          <p:cNvSpPr/>
          <p:nvPr/>
        </p:nvSpPr>
        <p:spPr bwMode="auto">
          <a:xfrm>
            <a:off x="2107676" y="1649396"/>
            <a:ext cx="7774639" cy="12805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vertex_ai_rag_retrieval</a:t>
            </a:r>
            <a:r>
              <a:rPr sz="1500" b="0" i="0" u="none">
                <a:solidFill>
                  <a:srgbClr val="000000"/>
                </a:solidFill>
                <a:latin typeface="Arial"/>
                <a:ea typeface="Arial"/>
                <a:cs typeface="Arial"/>
              </a:rPr>
              <a:t> </a:t>
            </a:r>
            <a:r>
              <a:rPr sz="1500" b="0" i="0" u="none">
                <a:solidFill>
                  <a:srgbClr val="000000"/>
                </a:solidFill>
                <a:latin typeface="Arial"/>
                <a:ea typeface="Arial"/>
                <a:cs typeface="Arial"/>
              </a:rPr>
              <a:t>tool allows the agent to perform private data retrieval using Vertex AI RAG Engine.</a:t>
            </a:r>
            <a:endParaRPr sz="1500" b="0" i="0" u="none">
              <a:solidFill>
                <a:srgbClr val="000000"/>
              </a:solidFill>
              <a:latin typeface="Arial"/>
              <a:ea typeface="Arial"/>
              <a:cs typeface="Arial"/>
            </a:endParaRPr>
          </a:p>
          <a:p>
            <a:pPr>
              <a:defRPr/>
            </a:pPr>
            <a:endParaRPr b="0"/>
          </a:p>
          <a:p>
            <a:pPr>
              <a:defRPr/>
            </a:pPr>
            <a:r>
              <a:rPr sz="1500" b="0" i="0" u="none">
                <a:solidFill>
                  <a:srgbClr val="000000"/>
                </a:solidFill>
                <a:latin typeface="Arial"/>
                <a:ea typeface="Arial"/>
                <a:cs typeface="Arial"/>
              </a:rPr>
              <a:t>When you use grounding with Vertex AI RAG Engine, you need to prepare a RAG corpus before hand.</a:t>
            </a:r>
            <a:endParaRPr b="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76068588" name=""/>
          <p:cNvSpPr/>
          <p:nvPr/>
        </p:nvSpPr>
        <p:spPr bwMode="auto">
          <a:xfrm>
            <a:off x="4662714" y="503437"/>
            <a:ext cx="1664746"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Vertex AI Search</a:t>
            </a:r>
            <a:endParaRPr/>
          </a:p>
        </p:txBody>
      </p:sp>
      <p:sp>
        <p:nvSpPr>
          <p:cNvPr id="417939409" name=""/>
          <p:cNvSpPr/>
          <p:nvPr/>
        </p:nvSpPr>
        <p:spPr bwMode="auto">
          <a:xfrm>
            <a:off x="1694165" y="1880586"/>
            <a:ext cx="7953972" cy="128052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The</a:t>
            </a:r>
            <a:r>
              <a:rPr sz="1500" b="0" i="0" u="none">
                <a:solidFill>
                  <a:srgbClr val="000000"/>
                </a:solidFill>
                <a:latin typeface="Arial"/>
                <a:ea typeface="Arial"/>
                <a:cs typeface="Arial"/>
              </a:rPr>
              <a:t> </a:t>
            </a:r>
            <a:r>
              <a:rPr sz="1000" b="0" i="0" u="none">
                <a:solidFill>
                  <a:srgbClr val="36464E"/>
                </a:solidFill>
                <a:latin typeface="Arial"/>
                <a:ea typeface="Arial"/>
                <a:cs typeface="Arial"/>
              </a:rPr>
              <a:t>vertex_ai_search_tool</a:t>
            </a:r>
            <a:r>
              <a:rPr sz="1500" b="0" i="0" u="none">
                <a:solidFill>
                  <a:srgbClr val="000000"/>
                </a:solidFill>
                <a:latin typeface="Arial"/>
                <a:ea typeface="Arial"/>
                <a:cs typeface="Arial"/>
              </a:rPr>
              <a:t> </a:t>
            </a:r>
            <a:r>
              <a:rPr sz="1500" b="0" i="0" u="none">
                <a:solidFill>
                  <a:srgbClr val="000000"/>
                </a:solidFill>
                <a:latin typeface="Arial"/>
                <a:ea typeface="Arial"/>
                <a:cs typeface="Arial"/>
              </a:rPr>
              <a:t>uses Google Cloud's Vertex AI Search, enabling the agent to search across your private, configured data stores (e.g., internal documents, company policies, knowledge bases).</a:t>
            </a:r>
            <a:endParaRPr sz="1500" b="0" i="0" u="none">
              <a:solidFill>
                <a:srgbClr val="000000"/>
              </a:solidFill>
              <a:latin typeface="Arial"/>
              <a:ea typeface="Arial"/>
              <a:cs typeface="Arial"/>
            </a:endParaRPr>
          </a:p>
          <a:p>
            <a:pPr>
              <a:defRPr/>
            </a:pPr>
            <a:endParaRPr/>
          </a:p>
          <a:p>
            <a:pPr>
              <a:defRPr/>
            </a:pPr>
            <a:r>
              <a:rPr sz="1500" b="0" i="0" u="none">
                <a:solidFill>
                  <a:srgbClr val="000000"/>
                </a:solidFill>
                <a:latin typeface="Arial"/>
                <a:ea typeface="Arial"/>
                <a:cs typeface="Arial"/>
              </a:rPr>
              <a:t> This built-in tool requires you to provide the specific data store ID during configuration.</a:t>
            </a:r>
            <a:r>
              <a:rPr sz="1500" b="0" i="0" u="none">
                <a:solidFill>
                  <a:srgbClr val="000000"/>
                </a:solidFill>
                <a:latin typeface="Arial"/>
                <a:ea typeface="Arial"/>
                <a:cs typeface="Arial"/>
              </a:rPr>
              <a:t> </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83376011" name=""/>
          <p:cNvSpPr/>
          <p:nvPr/>
        </p:nvSpPr>
        <p:spPr bwMode="auto">
          <a:xfrm>
            <a:off x="5126007" y="540428"/>
            <a:ext cx="1034082"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BigQuery</a:t>
            </a:r>
            <a:endParaRPr/>
          </a:p>
        </p:txBody>
      </p:sp>
      <p:sp>
        <p:nvSpPr>
          <p:cNvPr id="410930913" name=""/>
          <p:cNvSpPr/>
          <p:nvPr/>
        </p:nvSpPr>
        <p:spPr bwMode="auto">
          <a:xfrm flipH="0" flipV="0">
            <a:off x="2543562" y="1279799"/>
            <a:ext cx="7208285" cy="28349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a:solidFill>
                  <a:srgbClr val="000000"/>
                </a:solidFill>
                <a:latin typeface="Arial"/>
                <a:ea typeface="Arial"/>
                <a:cs typeface="Arial"/>
              </a:rPr>
              <a:t>These are a set of tools aimed to provide integration with BigQuery, namely:</a:t>
            </a:r>
            <a:endParaRPr sz="1500" b="0" i="0" u="none">
              <a:solidFill>
                <a:srgbClr val="000000"/>
              </a:solidFill>
              <a:latin typeface="Arial"/>
              <a:ea typeface="Arial"/>
              <a:cs typeface="Arial"/>
            </a:endParaRPr>
          </a:p>
          <a:p>
            <a:pPr>
              <a:defRPr/>
            </a:pPr>
            <a:endParaRPr/>
          </a:p>
          <a:p>
            <a:pPr>
              <a:defRPr/>
            </a:pPr>
            <a:r>
              <a:rPr sz="1000" b="1" i="0" u="none">
                <a:solidFill>
                  <a:srgbClr val="36464E"/>
                </a:solidFill>
                <a:latin typeface="Arial"/>
                <a:ea typeface="Arial"/>
                <a:cs typeface="Arial"/>
              </a:rPr>
              <a:t>list_dataset_ids</a:t>
            </a:r>
            <a:r>
              <a:rPr sz="1500" b="0" i="0" u="none">
                <a:solidFill>
                  <a:srgbClr val="000000"/>
                </a:solidFill>
                <a:latin typeface="Arial"/>
                <a:ea typeface="Arial"/>
                <a:cs typeface="Arial"/>
              </a:rPr>
              <a:t>: Fetches BigQuery dataset ids present in a GCP project.</a:t>
            </a:r>
            <a:endParaRPr/>
          </a:p>
          <a:p>
            <a:pPr>
              <a:defRPr/>
            </a:pPr>
            <a:endParaRPr/>
          </a:p>
          <a:p>
            <a:pPr>
              <a:defRPr/>
            </a:pPr>
            <a:r>
              <a:rPr sz="1000" b="1" i="0" u="none">
                <a:solidFill>
                  <a:srgbClr val="36464E"/>
                </a:solidFill>
                <a:latin typeface="Arial"/>
                <a:ea typeface="Arial"/>
                <a:cs typeface="Arial"/>
              </a:rPr>
              <a:t>get_dataset_info</a:t>
            </a:r>
            <a:r>
              <a:rPr sz="1500" b="0" i="0" u="none">
                <a:solidFill>
                  <a:srgbClr val="000000"/>
                </a:solidFill>
                <a:latin typeface="Arial"/>
                <a:ea typeface="Arial"/>
                <a:cs typeface="Arial"/>
              </a:rPr>
              <a:t>: Fetches metadata about a BigQuery dataset.</a:t>
            </a:r>
            <a:endParaRPr sz="1500" b="0" i="0" u="none">
              <a:solidFill>
                <a:srgbClr val="000000"/>
              </a:solidFill>
              <a:latin typeface="Arial"/>
              <a:ea typeface="Arial"/>
              <a:cs typeface="Arial"/>
            </a:endParaRPr>
          </a:p>
          <a:p>
            <a:pPr>
              <a:defRPr/>
            </a:pPr>
            <a:endParaRPr/>
          </a:p>
          <a:p>
            <a:pPr>
              <a:defRPr/>
            </a:pPr>
            <a:r>
              <a:rPr sz="1000" b="1" i="0" u="none">
                <a:solidFill>
                  <a:srgbClr val="36464E"/>
                </a:solidFill>
                <a:latin typeface="Arial"/>
                <a:ea typeface="Arial"/>
                <a:cs typeface="Arial"/>
              </a:rPr>
              <a:t>list_table_ids</a:t>
            </a:r>
            <a:r>
              <a:rPr sz="1500" b="0" i="0" u="none">
                <a:solidFill>
                  <a:srgbClr val="000000"/>
                </a:solidFill>
                <a:latin typeface="Arial"/>
                <a:ea typeface="Arial"/>
                <a:cs typeface="Arial"/>
              </a:rPr>
              <a:t>: Fetches table ids present in a BigQuery dataset.</a:t>
            </a:r>
            <a:endParaRPr sz="1500" b="0" i="0" u="none">
              <a:solidFill>
                <a:srgbClr val="000000"/>
              </a:solidFill>
              <a:latin typeface="Arial"/>
              <a:ea typeface="Arial"/>
              <a:cs typeface="Arial"/>
            </a:endParaRPr>
          </a:p>
          <a:p>
            <a:pPr>
              <a:defRPr/>
            </a:pPr>
            <a:endParaRPr/>
          </a:p>
          <a:p>
            <a:pPr>
              <a:defRPr/>
            </a:pPr>
            <a:r>
              <a:rPr sz="1000" b="1" i="0" u="none">
                <a:solidFill>
                  <a:srgbClr val="36464E"/>
                </a:solidFill>
                <a:latin typeface="Arial"/>
                <a:ea typeface="Arial"/>
                <a:cs typeface="Arial"/>
              </a:rPr>
              <a:t>get_table_info</a:t>
            </a:r>
            <a:r>
              <a:rPr sz="1500" b="0" i="0" u="none">
                <a:solidFill>
                  <a:srgbClr val="000000"/>
                </a:solidFill>
                <a:latin typeface="Arial"/>
                <a:ea typeface="Arial"/>
                <a:cs typeface="Arial"/>
              </a:rPr>
              <a:t>: Fetches metadata about a BigQuery table.</a:t>
            </a:r>
            <a:endParaRPr sz="1500" b="0" i="0" u="none">
              <a:solidFill>
                <a:srgbClr val="000000"/>
              </a:solidFill>
              <a:latin typeface="Arial"/>
              <a:ea typeface="Arial"/>
              <a:cs typeface="Arial"/>
            </a:endParaRPr>
          </a:p>
          <a:p>
            <a:pPr>
              <a:defRPr/>
            </a:pPr>
            <a:endParaRPr/>
          </a:p>
          <a:p>
            <a:pPr>
              <a:defRPr/>
            </a:pPr>
            <a:r>
              <a:rPr sz="1000" b="1" i="0" u="none">
                <a:solidFill>
                  <a:srgbClr val="36464E"/>
                </a:solidFill>
                <a:latin typeface="Arial"/>
                <a:ea typeface="Arial"/>
                <a:cs typeface="Arial"/>
              </a:rPr>
              <a:t>execute_sql</a:t>
            </a:r>
            <a:r>
              <a:rPr sz="1500" b="0" i="0" u="none">
                <a:solidFill>
                  <a:srgbClr val="000000"/>
                </a:solidFill>
                <a:latin typeface="Arial"/>
                <a:ea typeface="Arial"/>
                <a:cs typeface="Arial"/>
              </a:rPr>
              <a:t>: Runs a SQL query in BigQuery and fetch the result.</a:t>
            </a:r>
            <a:endParaRPr sz="1500" b="0" i="0" u="none">
              <a:solidFill>
                <a:srgbClr val="000000"/>
              </a:solidFill>
              <a:latin typeface="Arial"/>
              <a:ea typeface="Arial"/>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3433761" name=""/>
          <p:cNvSpPr/>
          <p:nvPr/>
        </p:nvSpPr>
        <p:spPr bwMode="auto">
          <a:xfrm>
            <a:off x="4012181" y="3246120"/>
            <a:ext cx="4167996" cy="4575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400" b="0" i="0" u="none" spc="-23">
                <a:solidFill>
                  <a:srgbClr val="000000"/>
                </a:solidFill>
                <a:latin typeface="Arial"/>
                <a:ea typeface="Arial"/>
                <a:cs typeface="Arial"/>
              </a:rPr>
              <a:t>Model Context Protocol Tools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2648612" name=""/>
          <p:cNvSpPr/>
          <p:nvPr/>
        </p:nvSpPr>
        <p:spPr bwMode="auto">
          <a:xfrm flipH="0" flipV="0">
            <a:off x="805485" y="836016"/>
            <a:ext cx="9906670" cy="47628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just">
              <a:defRPr/>
            </a:pPr>
            <a:endParaRPr/>
          </a:p>
          <a:p>
            <a:pPr algn="just">
              <a:defRPr/>
            </a:pPr>
            <a:r>
              <a:rPr sz="1850" b="0" i="0" u="none" spc="-18">
                <a:solidFill>
                  <a:srgbClr val="000000"/>
                </a:solidFill>
                <a:latin typeface="Arial"/>
                <a:ea typeface="Arial"/>
                <a:cs typeface="Arial"/>
              </a:rPr>
              <a:t>What is Model Context Protocol (MCP)?</a:t>
            </a:r>
            <a:endParaRPr sz="1850" b="0" i="0" u="none" spc="-18">
              <a:solidFill>
                <a:srgbClr val="000000"/>
              </a:solidFill>
              <a:latin typeface="Arial"/>
              <a:ea typeface="Arial"/>
              <a:cs typeface="Arial"/>
            </a:endParaRPr>
          </a:p>
          <a:p>
            <a:pPr algn="just">
              <a:defRPr/>
            </a:pPr>
            <a:endParaRPr/>
          </a:p>
          <a:p>
            <a:pPr algn="just">
              <a:defRPr/>
            </a:pPr>
            <a:r>
              <a:rPr sz="1500" b="0" i="0" u="none">
                <a:solidFill>
                  <a:srgbClr val="000000"/>
                </a:solidFill>
                <a:latin typeface="Arial"/>
                <a:ea typeface="Arial"/>
                <a:cs typeface="Arial"/>
              </a:rPr>
              <a:t>The Model Context Protocol (MCP) is an open standard designed to standardize how Large Language Models (LLMs) like Gemini and Claude communicate with external applications, data sources, and tools. Think of it as a universal connection mechanism that simplifies how LLMs obtain context, execute actions, and interact with various systems.</a:t>
            </a:r>
            <a:endParaRPr sz="1500" b="0" i="0" u="none">
              <a:solidFill>
                <a:srgbClr val="000000"/>
              </a:solidFill>
              <a:latin typeface="Arial"/>
              <a:ea typeface="Arial"/>
              <a:cs typeface="Arial"/>
            </a:endParaRPr>
          </a:p>
          <a:p>
            <a:pPr algn="just">
              <a:defRPr/>
            </a:pPr>
            <a:endParaRPr/>
          </a:p>
          <a:p>
            <a:pPr algn="just">
              <a:defRPr/>
            </a:pPr>
            <a:r>
              <a:rPr sz="1500" b="0" i="0" u="none">
                <a:solidFill>
                  <a:srgbClr val="000000"/>
                </a:solidFill>
                <a:latin typeface="Arial"/>
                <a:ea typeface="Arial"/>
                <a:cs typeface="Arial"/>
              </a:rPr>
              <a:t>MCP follows a client-server architecture, defining how</a:t>
            </a:r>
            <a:r>
              <a:rPr sz="1500" b="0" i="0" u="none">
                <a:solidFill>
                  <a:srgbClr val="000000"/>
                </a:solidFill>
                <a:latin typeface="Arial"/>
                <a:ea typeface="Arial"/>
                <a:cs typeface="Arial"/>
              </a:rPr>
              <a:t> </a:t>
            </a:r>
            <a:r>
              <a:rPr sz="1500" b="1" i="0" u="none">
                <a:solidFill>
                  <a:srgbClr val="000000"/>
                </a:solidFill>
                <a:latin typeface="Arial"/>
                <a:ea typeface="Arial"/>
                <a:cs typeface="Arial"/>
              </a:rPr>
              <a:t>data</a:t>
            </a:r>
            <a:r>
              <a:rPr sz="1500" b="0" i="0" u="none">
                <a:solidFill>
                  <a:srgbClr val="000000"/>
                </a:solidFill>
                <a:latin typeface="Arial"/>
                <a:ea typeface="Arial"/>
                <a:cs typeface="Arial"/>
              </a:rPr>
              <a:t> </a:t>
            </a:r>
            <a:r>
              <a:rPr sz="1500" b="0" i="0" u="none">
                <a:solidFill>
                  <a:srgbClr val="000000"/>
                </a:solidFill>
                <a:latin typeface="Arial"/>
                <a:ea typeface="Arial"/>
                <a:cs typeface="Arial"/>
              </a:rPr>
              <a:t>(resources),</a:t>
            </a:r>
            <a:r>
              <a:rPr sz="1500" b="0" i="0" u="none">
                <a:solidFill>
                  <a:srgbClr val="000000"/>
                </a:solidFill>
                <a:latin typeface="Arial"/>
                <a:ea typeface="Arial"/>
                <a:cs typeface="Arial"/>
              </a:rPr>
              <a:t> </a:t>
            </a:r>
            <a:r>
              <a:rPr sz="1500" b="1" i="0" u="none">
                <a:solidFill>
                  <a:srgbClr val="000000"/>
                </a:solidFill>
                <a:latin typeface="Arial"/>
                <a:ea typeface="Arial"/>
                <a:cs typeface="Arial"/>
              </a:rPr>
              <a:t>interactive templates</a:t>
            </a:r>
            <a:r>
              <a:rPr sz="1500" b="0" i="0" u="none">
                <a:solidFill>
                  <a:srgbClr val="000000"/>
                </a:solidFill>
                <a:latin typeface="Arial"/>
                <a:ea typeface="Arial"/>
                <a:cs typeface="Arial"/>
              </a:rPr>
              <a:t> </a:t>
            </a:r>
            <a:r>
              <a:rPr sz="1500" b="0" i="0" u="none">
                <a:solidFill>
                  <a:srgbClr val="000000"/>
                </a:solidFill>
                <a:latin typeface="Arial"/>
                <a:ea typeface="Arial"/>
                <a:cs typeface="Arial"/>
              </a:rPr>
              <a:t>(prompts), and</a:t>
            </a:r>
            <a:r>
              <a:rPr sz="1500" b="0" i="0" u="none">
                <a:solidFill>
                  <a:srgbClr val="000000"/>
                </a:solidFill>
                <a:latin typeface="Arial"/>
                <a:ea typeface="Arial"/>
                <a:cs typeface="Arial"/>
              </a:rPr>
              <a:t> </a:t>
            </a:r>
            <a:r>
              <a:rPr sz="1500" b="1" i="0" u="none">
                <a:solidFill>
                  <a:srgbClr val="000000"/>
                </a:solidFill>
                <a:latin typeface="Arial"/>
                <a:ea typeface="Arial"/>
                <a:cs typeface="Arial"/>
              </a:rPr>
              <a:t>actionable functions</a:t>
            </a:r>
            <a:r>
              <a:rPr sz="1500" b="0" i="0" u="none">
                <a:solidFill>
                  <a:srgbClr val="000000"/>
                </a:solidFill>
                <a:latin typeface="Arial"/>
                <a:ea typeface="Arial"/>
                <a:cs typeface="Arial"/>
              </a:rPr>
              <a:t> </a:t>
            </a:r>
            <a:r>
              <a:rPr sz="1500" b="0" i="0" u="none">
                <a:solidFill>
                  <a:srgbClr val="000000"/>
                </a:solidFill>
                <a:latin typeface="Arial"/>
                <a:ea typeface="Arial"/>
                <a:cs typeface="Arial"/>
              </a:rPr>
              <a:t>(tools) are exposed by an</a:t>
            </a:r>
            <a:r>
              <a:rPr sz="1500" b="0" i="0" u="none">
                <a:solidFill>
                  <a:srgbClr val="000000"/>
                </a:solidFill>
                <a:latin typeface="Arial"/>
                <a:ea typeface="Arial"/>
                <a:cs typeface="Arial"/>
              </a:rPr>
              <a:t> </a:t>
            </a:r>
            <a:r>
              <a:rPr sz="1500" b="1" i="0" u="none">
                <a:solidFill>
                  <a:srgbClr val="000000"/>
                </a:solidFill>
                <a:latin typeface="Arial"/>
                <a:ea typeface="Arial"/>
                <a:cs typeface="Arial"/>
              </a:rPr>
              <a:t>MCP server</a:t>
            </a:r>
            <a:r>
              <a:rPr sz="1500" b="0" i="0" u="none">
                <a:solidFill>
                  <a:srgbClr val="000000"/>
                </a:solidFill>
                <a:latin typeface="Arial"/>
                <a:ea typeface="Arial"/>
                <a:cs typeface="Arial"/>
              </a:rPr>
              <a:t> </a:t>
            </a:r>
            <a:r>
              <a:rPr sz="1500" b="0" i="0" u="none">
                <a:solidFill>
                  <a:srgbClr val="000000"/>
                </a:solidFill>
                <a:latin typeface="Arial"/>
                <a:ea typeface="Arial"/>
                <a:cs typeface="Arial"/>
              </a:rPr>
              <a:t>and consumed by an</a:t>
            </a:r>
            <a:r>
              <a:rPr sz="1500" b="0" i="0" u="none">
                <a:solidFill>
                  <a:srgbClr val="000000"/>
                </a:solidFill>
                <a:latin typeface="Arial"/>
                <a:ea typeface="Arial"/>
                <a:cs typeface="Arial"/>
              </a:rPr>
              <a:t> </a:t>
            </a:r>
            <a:r>
              <a:rPr sz="1500" b="1" i="0" u="none">
                <a:solidFill>
                  <a:srgbClr val="000000"/>
                </a:solidFill>
                <a:latin typeface="Arial"/>
                <a:ea typeface="Arial"/>
                <a:cs typeface="Arial"/>
              </a:rPr>
              <a:t>MCP client</a:t>
            </a:r>
            <a:r>
              <a:rPr sz="1500" b="0" i="0" u="none">
                <a:solidFill>
                  <a:srgbClr val="000000"/>
                </a:solidFill>
                <a:latin typeface="Arial"/>
                <a:ea typeface="Arial"/>
                <a:cs typeface="Arial"/>
              </a:rPr>
              <a:t> </a:t>
            </a:r>
            <a:r>
              <a:rPr sz="1500" b="0" i="0" u="none">
                <a:solidFill>
                  <a:srgbClr val="000000"/>
                </a:solidFill>
                <a:latin typeface="Arial"/>
                <a:ea typeface="Arial"/>
                <a:cs typeface="Arial"/>
              </a:rPr>
              <a:t>(which could be an LLM host application or an AI agent).</a:t>
            </a:r>
            <a:endParaRPr sz="1500" b="0" i="0" u="none">
              <a:solidFill>
                <a:srgbClr val="000000"/>
              </a:solidFill>
              <a:latin typeface="Arial"/>
              <a:ea typeface="Arial"/>
              <a:cs typeface="Arial"/>
            </a:endParaRPr>
          </a:p>
          <a:p>
            <a:pPr algn="just">
              <a:defRPr/>
            </a:pPr>
            <a:endParaRPr/>
          </a:p>
          <a:p>
            <a:pPr algn="just">
              <a:defRPr/>
            </a:pPr>
            <a:r>
              <a:rPr sz="1500" b="0" i="0" u="none">
                <a:solidFill>
                  <a:srgbClr val="000000"/>
                </a:solidFill>
                <a:latin typeface="Arial"/>
                <a:ea typeface="Arial"/>
                <a:cs typeface="Arial"/>
              </a:rPr>
              <a:t>Two primary integration patterns:</a:t>
            </a:r>
            <a:endParaRPr sz="1500" b="0" i="0" u="none">
              <a:solidFill>
                <a:srgbClr val="000000"/>
              </a:solidFill>
              <a:latin typeface="Arial"/>
              <a:ea typeface="Arial"/>
              <a:cs typeface="Arial"/>
            </a:endParaRPr>
          </a:p>
          <a:p>
            <a:pPr algn="just">
              <a:defRPr/>
            </a:pPr>
            <a:endParaRPr/>
          </a:p>
          <a:p>
            <a:pPr algn="just">
              <a:defRPr/>
            </a:pPr>
            <a:r>
              <a:rPr sz="1500" b="1" i="0" u="none">
                <a:solidFill>
                  <a:srgbClr val="000000"/>
                </a:solidFill>
                <a:latin typeface="Arial"/>
                <a:ea typeface="Arial"/>
                <a:cs typeface="Arial"/>
              </a:rPr>
              <a:t>Using Existing MCP Servers within ADK:</a:t>
            </a:r>
            <a:r>
              <a:rPr sz="1500" b="0" i="0" u="none">
                <a:solidFill>
                  <a:srgbClr val="000000"/>
                </a:solidFill>
                <a:latin typeface="Arial"/>
                <a:ea typeface="Arial"/>
                <a:cs typeface="Arial"/>
              </a:rPr>
              <a:t> </a:t>
            </a:r>
            <a:r>
              <a:rPr sz="1500" b="0" i="0" u="none">
                <a:solidFill>
                  <a:srgbClr val="000000"/>
                </a:solidFill>
                <a:latin typeface="Arial"/>
                <a:ea typeface="Arial"/>
                <a:cs typeface="Arial"/>
              </a:rPr>
              <a:t>An ADK agent acts as an MCP client, leveraging tools provided by external MCP servers.</a:t>
            </a:r>
            <a:endParaRPr sz="1500" b="0" i="0" u="none">
              <a:solidFill>
                <a:srgbClr val="000000"/>
              </a:solidFill>
              <a:latin typeface="Arial"/>
              <a:ea typeface="Arial"/>
              <a:cs typeface="Arial"/>
            </a:endParaRPr>
          </a:p>
          <a:p>
            <a:pPr algn="just">
              <a:defRPr/>
            </a:pPr>
            <a:endParaRPr/>
          </a:p>
          <a:p>
            <a:pPr algn="just">
              <a:defRPr/>
            </a:pPr>
            <a:r>
              <a:rPr sz="1500" b="1" i="0" u="none">
                <a:solidFill>
                  <a:srgbClr val="000000"/>
                </a:solidFill>
                <a:latin typeface="Arial"/>
                <a:ea typeface="Arial"/>
                <a:cs typeface="Arial"/>
              </a:rPr>
              <a:t>Exposing ADK Tools via an MCP Server:</a:t>
            </a:r>
            <a:r>
              <a:rPr sz="1500" b="0" i="0" u="none">
                <a:solidFill>
                  <a:srgbClr val="000000"/>
                </a:solidFill>
                <a:latin typeface="Arial"/>
                <a:ea typeface="Arial"/>
                <a:cs typeface="Arial"/>
              </a:rPr>
              <a:t> </a:t>
            </a:r>
            <a:r>
              <a:rPr sz="1500" b="0" i="0" u="none">
                <a:solidFill>
                  <a:srgbClr val="000000"/>
                </a:solidFill>
                <a:latin typeface="Arial"/>
                <a:ea typeface="Arial"/>
                <a:cs typeface="Arial"/>
              </a:rPr>
              <a:t>Building an MCP server that wraps ADK tools, making them accessible to any MCP client.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22385816" name=""/>
          <p:cNvPicPr>
            <a:picLocks noChangeAspect="1"/>
          </p:cNvPicPr>
          <p:nvPr/>
        </p:nvPicPr>
        <p:blipFill>
          <a:blip r:embed="rId3"/>
          <a:stretch/>
        </p:blipFill>
        <p:spPr bwMode="auto">
          <a:xfrm flipH="0" flipV="0">
            <a:off x="203446" y="962024"/>
            <a:ext cx="7212656" cy="4447805"/>
          </a:xfrm>
          <a:prstGeom prst="rect">
            <a:avLst/>
          </a:prstGeom>
        </p:spPr>
      </p:pic>
      <p:pic>
        <p:nvPicPr>
          <p:cNvPr id="508364268" name=""/>
          <p:cNvPicPr>
            <a:picLocks noChangeAspect="1"/>
          </p:cNvPicPr>
          <p:nvPr/>
        </p:nvPicPr>
        <p:blipFill>
          <a:blip r:embed="rId4"/>
          <a:stretch/>
        </p:blipFill>
        <p:spPr bwMode="auto">
          <a:xfrm flipH="0" flipV="0">
            <a:off x="7690076" y="46237"/>
            <a:ext cx="4460309" cy="4022694"/>
          </a:xfrm>
          <a:prstGeom prst="rect">
            <a:avLst/>
          </a:prstGeom>
        </p:spPr>
      </p:pic>
      <p:cxnSp>
        <p:nvCxnSpPr>
          <p:cNvPr id="941069322" name=""/>
          <p:cNvCxnSpPr/>
          <p:nvPr/>
        </p:nvCxnSpPr>
        <p:spPr bwMode="auto">
          <a:xfrm flipH="0" flipV="1">
            <a:off x="4744951" y="1165194"/>
            <a:ext cx="2986965" cy="804538"/>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99259205" name=""/>
          <p:cNvSpPr/>
          <p:nvPr/>
        </p:nvSpPr>
        <p:spPr bwMode="auto">
          <a:xfrm>
            <a:off x="2023186" y="2789479"/>
            <a:ext cx="8146347" cy="6480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endParaRPr/>
          </a:p>
          <a:p>
            <a:pPr>
              <a:defRPr/>
            </a:pPr>
            <a:r>
              <a:rPr sz="1850" b="0" i="0" u="none" spc="-18">
                <a:solidFill>
                  <a:srgbClr val="000000"/>
                </a:solidFill>
                <a:latin typeface="Arial"/>
                <a:ea typeface="Arial"/>
                <a:cs typeface="Arial"/>
              </a:rPr>
              <a:t>1. Using MCP servers with ADK agents (ADK as an MCP client) in</a:t>
            </a:r>
            <a:r>
              <a:rPr sz="1900" b="0" i="0" u="none" spc="-18">
                <a:solidFill>
                  <a:srgbClr val="000000"/>
                </a:solidFill>
                <a:latin typeface="Arial"/>
                <a:ea typeface="Arial"/>
                <a:cs typeface="Arial"/>
              </a:rPr>
              <a:t> </a:t>
            </a:r>
            <a:r>
              <a:rPr sz="1000" b="0" i="0" u="none" spc="-18">
                <a:solidFill>
                  <a:srgbClr val="36464E"/>
                </a:solidFill>
                <a:latin typeface="Arial"/>
                <a:ea typeface="Arial"/>
                <a:cs typeface="Arial"/>
              </a:rPr>
              <a:t>adk web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28757602" name=""/>
          <p:cNvPicPr>
            <a:picLocks noChangeAspect="1"/>
          </p:cNvPicPr>
          <p:nvPr/>
        </p:nvPicPr>
        <p:blipFill>
          <a:blip r:embed="rId3"/>
          <a:stretch/>
        </p:blipFill>
        <p:spPr bwMode="auto">
          <a:xfrm>
            <a:off x="1280090" y="823033"/>
            <a:ext cx="9077324" cy="55435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298541" name=""/>
          <p:cNvSpPr/>
          <p:nvPr/>
        </p:nvSpPr>
        <p:spPr bwMode="auto">
          <a:xfrm>
            <a:off x="4454431" y="3314700"/>
            <a:ext cx="3283495" cy="3203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500" b="0" i="0" u="none" spc="-14">
                <a:solidFill>
                  <a:srgbClr val="000000"/>
                </a:solidFill>
                <a:latin typeface="Arial"/>
                <a:ea typeface="Arial"/>
                <a:cs typeface="Arial"/>
              </a:rPr>
              <a:t>Example 1: File System MCP Server</a:t>
            </a:r>
            <a:endParaRPr/>
          </a:p>
        </p:txBody>
      </p:sp>
      <p:sp>
        <p:nvSpPr>
          <p:cNvPr id="865304635" name=""/>
          <p:cNvSpPr txBox="1"/>
          <p:nvPr/>
        </p:nvSpPr>
        <p:spPr bwMode="auto">
          <a:xfrm rot="0" flipH="0" flipV="0">
            <a:off x="4911407" y="4429587"/>
            <a:ext cx="3745986"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200"/>
              <a:t>ref - </a:t>
            </a:r>
            <a:r>
              <a:rPr lang="en-US" sz="1200" b="0" i="0" u="none" strike="noStrike" cap="none" spc="0">
                <a:solidFill>
                  <a:schemeClr val="tx1"/>
                </a:solidFill>
                <a:latin typeface="Arial"/>
                <a:ea typeface="Arial"/>
                <a:cs typeface="Arial"/>
              </a:rPr>
              <a:t>/home/ilg/a2a-adk/mcp_agent</a:t>
            </a:r>
            <a:endParaRPr sz="12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3746739" name=""/>
          <p:cNvSpPr/>
          <p:nvPr/>
        </p:nvSpPr>
        <p:spPr bwMode="auto">
          <a:xfrm>
            <a:off x="2304053" y="2391015"/>
            <a:ext cx="7437370" cy="11509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850" b="0" i="0" u="none" spc="-18">
                <a:solidFill>
                  <a:srgbClr val="000000"/>
                </a:solidFill>
                <a:latin typeface="Arial"/>
                <a:ea typeface="Arial"/>
                <a:cs typeface="Arial"/>
              </a:rPr>
              <a:t>2. Building an MCP server with ADK tools (MCP server exposing ADK)</a:t>
            </a:r>
            <a:endParaRPr/>
          </a:p>
          <a:p>
            <a:pPr>
              <a:defRPr/>
            </a:pPr>
            <a:endParaRPr/>
          </a:p>
          <a:p>
            <a:pPr>
              <a:defRPr/>
            </a:pPr>
            <a:r>
              <a:rPr sz="1650" b="0" i="0" u="none">
                <a:solidFill>
                  <a:srgbClr val="000000"/>
                </a:solidFill>
                <a:latin typeface="Arial"/>
                <a:ea typeface="Arial"/>
                <a:cs typeface="Arial"/>
              </a:rPr>
              <a:t>This pattern allows you to wrap existing ADK tools and make them available to any standard MCP client application.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30273237" name=""/>
          <p:cNvPicPr>
            <a:picLocks noChangeAspect="1"/>
          </p:cNvPicPr>
          <p:nvPr/>
        </p:nvPicPr>
        <p:blipFill>
          <a:blip r:embed="rId3"/>
          <a:stretch/>
        </p:blipFill>
        <p:spPr bwMode="auto">
          <a:xfrm>
            <a:off x="1840266" y="702815"/>
            <a:ext cx="9010649" cy="38671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7335165" name=""/>
          <p:cNvPicPr>
            <a:picLocks noChangeAspect="1"/>
          </p:cNvPicPr>
          <p:nvPr/>
        </p:nvPicPr>
        <p:blipFill>
          <a:blip r:embed="rId3"/>
          <a:stretch/>
        </p:blipFill>
        <p:spPr bwMode="auto">
          <a:xfrm rot="0" flipH="0" flipV="0">
            <a:off x="7606621" y="1237942"/>
            <a:ext cx="3045099" cy="4567649"/>
          </a:xfrm>
          <a:prstGeom prst="rect">
            <a:avLst/>
          </a:prstGeom>
        </p:spPr>
      </p:pic>
      <p:sp>
        <p:nvSpPr>
          <p:cNvPr id="2048051866" name=""/>
          <p:cNvSpPr txBox="1"/>
          <p:nvPr/>
        </p:nvSpPr>
        <p:spPr bwMode="auto">
          <a:xfrm rot="0" flipH="0" flipV="0">
            <a:off x="3923014" y="345514"/>
            <a:ext cx="3683606"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Mysql Agentic eg</a:t>
            </a:r>
            <a:endParaRPr/>
          </a:p>
        </p:txBody>
      </p:sp>
      <p:pic>
        <p:nvPicPr>
          <p:cNvPr id="539281408" name=""/>
          <p:cNvPicPr>
            <a:picLocks noChangeAspect="1"/>
          </p:cNvPicPr>
          <p:nvPr/>
        </p:nvPicPr>
        <p:blipFill>
          <a:blip r:embed="rId4"/>
          <a:stretch/>
        </p:blipFill>
        <p:spPr bwMode="auto">
          <a:xfrm rot="0" flipH="0" flipV="0">
            <a:off x="959970" y="1237942"/>
            <a:ext cx="4634588" cy="41953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7042829" name=""/>
          <p:cNvPicPr>
            <a:picLocks noChangeAspect="1"/>
          </p:cNvPicPr>
          <p:nvPr/>
        </p:nvPicPr>
        <p:blipFill>
          <a:blip r:embed="rId3"/>
          <a:stretch/>
        </p:blipFill>
        <p:spPr bwMode="auto">
          <a:xfrm flipH="0" flipV="0">
            <a:off x="212694" y="1299816"/>
            <a:ext cx="5050121" cy="3366747"/>
          </a:xfrm>
          <a:prstGeom prst="rect">
            <a:avLst/>
          </a:prstGeom>
        </p:spPr>
      </p:pic>
      <p:pic>
        <p:nvPicPr>
          <p:cNvPr id="337912805" name=""/>
          <p:cNvPicPr>
            <a:picLocks noChangeAspect="1"/>
          </p:cNvPicPr>
          <p:nvPr/>
        </p:nvPicPr>
        <p:blipFill>
          <a:blip r:embed="rId4"/>
          <a:stretch/>
        </p:blipFill>
        <p:spPr bwMode="auto">
          <a:xfrm flipH="0" flipV="0">
            <a:off x="6003524" y="2623797"/>
            <a:ext cx="5847609" cy="3898406"/>
          </a:xfrm>
          <a:prstGeom prst="rect">
            <a:avLst/>
          </a:prstGeom>
        </p:spPr>
      </p:pic>
      <p:sp>
        <p:nvSpPr>
          <p:cNvPr id="1928772027" name=""/>
          <p:cNvSpPr txBox="1"/>
          <p:nvPr/>
        </p:nvSpPr>
        <p:spPr bwMode="auto">
          <a:xfrm rot="0" flipH="0" flipV="0">
            <a:off x="4091102" y="392205"/>
            <a:ext cx="3376862"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t>Airline eg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3969196" name=""/>
          <p:cNvPicPr>
            <a:picLocks noChangeAspect="1"/>
          </p:cNvPicPr>
          <p:nvPr/>
        </p:nvPicPr>
        <p:blipFill>
          <a:blip r:embed="rId3"/>
          <a:stretch/>
        </p:blipFill>
        <p:spPr bwMode="auto">
          <a:xfrm rot="0" flipH="0" flipV="0">
            <a:off x="6165541" y="360655"/>
            <a:ext cx="3915298" cy="5872948"/>
          </a:xfrm>
          <a:prstGeom prst="rect">
            <a:avLst/>
          </a:prstGeom>
        </p:spPr>
      </p:pic>
      <p:sp>
        <p:nvSpPr>
          <p:cNvPr id="1867861011" name=""/>
          <p:cNvSpPr/>
          <p:nvPr/>
        </p:nvSpPr>
        <p:spPr bwMode="auto">
          <a:xfrm flipH="0" flipV="0">
            <a:off x="1086435" y="2126127"/>
            <a:ext cx="3141371" cy="4575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200" b="1" i="0" u="none">
                <a:solidFill>
                  <a:srgbClr val="000000"/>
                </a:solidFill>
                <a:latin typeface="Times New Roman"/>
                <a:ea typeface="Times New Roman"/>
                <a:cs typeface="Times New Roman"/>
              </a:rPr>
              <a:t>Workflow flow chart showing requests between all processes</a:t>
            </a:r>
            <a:endParaRPr b="1"/>
          </a:p>
        </p:txBody>
      </p:sp>
      <p:cxnSp>
        <p:nvCxnSpPr>
          <p:cNvPr id="1295161761" name=""/>
          <p:cNvCxnSpPr/>
          <p:nvPr/>
        </p:nvCxnSpPr>
        <p:spPr bwMode="auto">
          <a:xfrm flipH="0" flipV="0">
            <a:off x="3875679" y="2496844"/>
            <a:ext cx="3310630" cy="147961"/>
          </a:xfrm>
          <a:prstGeom prst="line">
            <a:avLst/>
          </a:prstGeom>
          <a:ln>
            <a:tailEnd type="arrow" len="med"/>
          </a:ln>
        </p:spPr>
        <p:style>
          <a:lnRef idx="1">
            <a:schemeClr val="accent1">
              <a:shade val="50000"/>
            </a:schemeClr>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194</Slides>
  <Notes>194</Notes>
  <HiddenSlides>0</HiddenSlides>
  <MMClips>2</MMClips>
  <ScaleCrop>0</ScaleCrop>
  <HeadingPairs>
    <vt:vector size="4" baseType="variant">
      <vt:variant>
        <vt:lpstr>Theme</vt:lpstr>
      </vt:variant>
      <vt:variant>
        <vt:i4>1</vt:i4>
      </vt:variant>
      <vt:variant>
        <vt:lpstr>Slide Titles</vt:lpstr>
      </vt:variant>
      <vt:variant>
        <vt:i4>194</vt:i4>
      </vt:variant>
    </vt:vector>
  </HeadingPairs>
  <TitlesOfParts>
    <vt:vector size="19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10</cp:revision>
  <dcterms:modified xsi:type="dcterms:W3CDTF">2025-09-28T05:55:48Z</dcterms:modified>
</cp:coreProperties>
</file>